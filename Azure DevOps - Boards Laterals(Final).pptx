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6"/>
  </p:notesMasterIdLst>
  <p:sldIdLst>
    <p:sldId id="328" r:id="rId6"/>
    <p:sldId id="268" r:id="rId7"/>
    <p:sldId id="327" r:id="rId8"/>
    <p:sldId id="339" r:id="rId9"/>
    <p:sldId id="338" r:id="rId10"/>
    <p:sldId id="317" r:id="rId11"/>
    <p:sldId id="315" r:id="rId12"/>
    <p:sldId id="319" r:id="rId13"/>
    <p:sldId id="340" r:id="rId14"/>
    <p:sldId id="343" r:id="rId15"/>
    <p:sldId id="334" r:id="rId16"/>
    <p:sldId id="321" r:id="rId17"/>
    <p:sldId id="316" r:id="rId18"/>
    <p:sldId id="344" r:id="rId19"/>
    <p:sldId id="335" r:id="rId20"/>
    <p:sldId id="326" r:id="rId21"/>
    <p:sldId id="329" r:id="rId22"/>
    <p:sldId id="330" r:id="rId23"/>
    <p:sldId id="331" r:id="rId24"/>
    <p:sldId id="279" r:id="rId25"/>
  </p:sldIdLst>
  <p:sldSz cx="10058400" cy="5659438"/>
  <p:notesSz cx="9144000" cy="6858000"/>
  <p:defaultTextStyle>
    <a:defPPr>
      <a:defRPr lang="en-US"/>
    </a:defPPr>
    <a:lvl1pPr marL="0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2783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5566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08349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11131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13914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16697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19480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22263" algn="l" defTabSz="1005566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601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ruta Narkhede" initials="AN" lastIdx="2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B4B"/>
    <a:srgbClr val="00B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42" autoAdjust="0"/>
    <p:restoredTop sz="95186" autoAdjust="0"/>
  </p:normalViewPr>
  <p:slideViewPr>
    <p:cSldViewPr snapToGrid="0">
      <p:cViewPr varScale="1">
        <p:scale>
          <a:sx n="102" d="100"/>
          <a:sy n="102" d="100"/>
        </p:scale>
        <p:origin x="450" y="108"/>
      </p:cViewPr>
      <p:guideLst>
        <p:guide orient="horz" pos="486"/>
        <p:guide pos="6019"/>
        <p:guide pos="4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kumar Todkar" userId="S::premkumart@cybalm.onmicrosoft.com::4a436f82-a229-44a1-8f4e-c0806ef9def9" providerId="AD" clId="Web-{C35FDB06-2D97-43C8-88AD-4CB23F61BB6E}"/>
    <pc:docChg chg="addSld modSld sldOrd">
      <pc:chgData name="Premkumar Todkar" userId="S::premkumart@cybalm.onmicrosoft.com::4a436f82-a229-44a1-8f4e-c0806ef9def9" providerId="AD" clId="Web-{C35FDB06-2D97-43C8-88AD-4CB23F61BB6E}" dt="2018-08-20T12:21:21.630" v="53" actId="20577"/>
      <pc:docMkLst>
        <pc:docMk/>
      </pc:docMkLst>
      <pc:sldChg chg="modSp">
        <pc:chgData name="Premkumar Todkar" userId="S::premkumart@cybalm.onmicrosoft.com::4a436f82-a229-44a1-8f4e-c0806ef9def9" providerId="AD" clId="Web-{C35FDB06-2D97-43C8-88AD-4CB23F61BB6E}" dt="2018-08-20T12:17:56.187" v="21" actId="1076"/>
        <pc:sldMkLst>
          <pc:docMk/>
          <pc:sldMk cId="809518091" sldId="257"/>
        </pc:sldMkLst>
        <pc:spChg chg="mod">
          <ac:chgData name="Premkumar Todkar" userId="S::premkumart@cybalm.onmicrosoft.com::4a436f82-a229-44a1-8f4e-c0806ef9def9" providerId="AD" clId="Web-{C35FDB06-2D97-43C8-88AD-4CB23F61BB6E}" dt="2018-08-20T12:17:17.701" v="10" actId="1076"/>
          <ac:spMkLst>
            <pc:docMk/>
            <pc:sldMk cId="809518091" sldId="257"/>
            <ac:spMk id="10" creationId="{00000000-0000-0000-0000-000000000000}"/>
          </ac:spMkLst>
        </pc:spChg>
        <pc:spChg chg="mod">
          <ac:chgData name="Premkumar Todkar" userId="S::premkumart@cybalm.onmicrosoft.com::4a436f82-a229-44a1-8f4e-c0806ef9def9" providerId="AD" clId="Web-{C35FDB06-2D97-43C8-88AD-4CB23F61BB6E}" dt="2018-08-20T12:17:56.156" v="19" actId="1076"/>
          <ac:spMkLst>
            <pc:docMk/>
            <pc:sldMk cId="809518091" sldId="257"/>
            <ac:spMk id="12" creationId="{00000000-0000-0000-0000-000000000000}"/>
          </ac:spMkLst>
        </pc:spChg>
        <pc:spChg chg="mod">
          <ac:chgData name="Premkumar Todkar" userId="S::premkumart@cybalm.onmicrosoft.com::4a436f82-a229-44a1-8f4e-c0806ef9def9" providerId="AD" clId="Web-{C35FDB06-2D97-43C8-88AD-4CB23F61BB6E}" dt="2018-08-20T12:17:17.701" v="11" actId="1076"/>
          <ac:spMkLst>
            <pc:docMk/>
            <pc:sldMk cId="809518091" sldId="257"/>
            <ac:spMk id="46" creationId="{00000000-0000-0000-0000-000000000000}"/>
          </ac:spMkLst>
        </pc:spChg>
        <pc:spChg chg="mod">
          <ac:chgData name="Premkumar Todkar" userId="S::premkumart@cybalm.onmicrosoft.com::4a436f82-a229-44a1-8f4e-c0806ef9def9" providerId="AD" clId="Web-{C35FDB06-2D97-43C8-88AD-4CB23F61BB6E}" dt="2018-08-20T12:17:56.172" v="20" actId="1076"/>
          <ac:spMkLst>
            <pc:docMk/>
            <pc:sldMk cId="809518091" sldId="257"/>
            <ac:spMk id="48" creationId="{00000000-0000-0000-0000-000000000000}"/>
          </ac:spMkLst>
        </pc:spChg>
        <pc:picChg chg="mod">
          <ac:chgData name="Premkumar Todkar" userId="S::premkumart@cybalm.onmicrosoft.com::4a436f82-a229-44a1-8f4e-c0806ef9def9" providerId="AD" clId="Web-{C35FDB06-2D97-43C8-88AD-4CB23F61BB6E}" dt="2018-08-20T12:17:56.187" v="21" actId="1076"/>
          <ac:picMkLst>
            <pc:docMk/>
            <pc:sldMk cId="809518091" sldId="257"/>
            <ac:picMk id="2" creationId="{00000000-0000-0000-0000-000000000000}"/>
          </ac:picMkLst>
        </pc:picChg>
        <pc:picChg chg="mod">
          <ac:chgData name="Premkumar Todkar" userId="S::premkumart@cybalm.onmicrosoft.com::4a436f82-a229-44a1-8f4e-c0806ef9def9" providerId="AD" clId="Web-{C35FDB06-2D97-43C8-88AD-4CB23F61BB6E}" dt="2018-08-20T12:17:17.716" v="12" actId="1076"/>
          <ac:picMkLst>
            <pc:docMk/>
            <pc:sldMk cId="809518091" sldId="257"/>
            <ac:picMk id="3" creationId="{00000000-0000-0000-0000-000000000000}"/>
          </ac:picMkLst>
        </pc:picChg>
      </pc:sldChg>
      <pc:sldChg chg="ord">
        <pc:chgData name="Premkumar Todkar" userId="S::premkumart@cybalm.onmicrosoft.com::4a436f82-a229-44a1-8f4e-c0806ef9def9" providerId="AD" clId="Web-{C35FDB06-2D97-43C8-88AD-4CB23F61BB6E}" dt="2018-08-20T12:16:46.167" v="0"/>
        <pc:sldMkLst>
          <pc:docMk/>
          <pc:sldMk cId="1415327346" sldId="305"/>
        </pc:sldMkLst>
      </pc:sldChg>
      <pc:sldChg chg="modSp add ord replId">
        <pc:chgData name="Premkumar Todkar" userId="S::premkumart@cybalm.onmicrosoft.com::4a436f82-a229-44a1-8f4e-c0806ef9def9" providerId="AD" clId="Web-{C35FDB06-2D97-43C8-88AD-4CB23F61BB6E}" dt="2018-08-20T12:18:36.283" v="38" actId="20577"/>
        <pc:sldMkLst>
          <pc:docMk/>
          <pc:sldMk cId="360332547" sldId="307"/>
        </pc:sldMkLst>
        <pc:spChg chg="mod">
          <ac:chgData name="Premkumar Todkar" userId="S::premkumart@cybalm.onmicrosoft.com::4a436f82-a229-44a1-8f4e-c0806ef9def9" providerId="AD" clId="Web-{C35FDB06-2D97-43C8-88AD-4CB23F61BB6E}" dt="2018-08-20T12:18:36.283" v="38" actId="20577"/>
          <ac:spMkLst>
            <pc:docMk/>
            <pc:sldMk cId="360332547" sldId="307"/>
            <ac:spMk id="10" creationId="{00000000-0000-0000-0000-000000000000}"/>
          </ac:spMkLst>
        </pc:spChg>
      </pc:sldChg>
      <pc:sldChg chg="add replId">
        <pc:chgData name="Premkumar Todkar" userId="S::premkumart@cybalm.onmicrosoft.com::4a436f82-a229-44a1-8f4e-c0806ef9def9" providerId="AD" clId="Web-{C35FDB06-2D97-43C8-88AD-4CB23F61BB6E}" dt="2018-08-20T12:18:39.549" v="41"/>
        <pc:sldMkLst>
          <pc:docMk/>
          <pc:sldMk cId="3542421701" sldId="308"/>
        </pc:sldMkLst>
      </pc:sldChg>
      <pc:sldChg chg="modSp add replId">
        <pc:chgData name="Premkumar Todkar" userId="S::premkumart@cybalm.onmicrosoft.com::4a436f82-a229-44a1-8f4e-c0806ef9def9" providerId="AD" clId="Web-{C35FDB06-2D97-43C8-88AD-4CB23F61BB6E}" dt="2018-08-20T12:21:21.630" v="52" actId="20577"/>
        <pc:sldMkLst>
          <pc:docMk/>
          <pc:sldMk cId="1171620979" sldId="309"/>
        </pc:sldMkLst>
        <pc:spChg chg="mod">
          <ac:chgData name="Premkumar Todkar" userId="S::premkumart@cybalm.onmicrosoft.com::4a436f82-a229-44a1-8f4e-c0806ef9def9" providerId="AD" clId="Web-{C35FDB06-2D97-43C8-88AD-4CB23F61BB6E}" dt="2018-08-20T12:19:01.684" v="47" actId="20577"/>
          <ac:spMkLst>
            <pc:docMk/>
            <pc:sldMk cId="1171620979" sldId="309"/>
            <ac:spMk id="3" creationId="{00000000-0000-0000-0000-000000000000}"/>
          </ac:spMkLst>
        </pc:spChg>
        <pc:spChg chg="mod">
          <ac:chgData name="Premkumar Todkar" userId="S::premkumart@cybalm.onmicrosoft.com::4a436f82-a229-44a1-8f4e-c0806ef9def9" providerId="AD" clId="Web-{C35FDB06-2D97-43C8-88AD-4CB23F61BB6E}" dt="2018-08-20T12:21:21.630" v="52" actId="20577"/>
          <ac:spMkLst>
            <pc:docMk/>
            <pc:sldMk cId="1171620979" sldId="30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47075-42FC-4992-BFD6-71B1872E4A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C82F4-2A69-4126-B139-781D9110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6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devops/boards/queries/link-type-reference?view=azure-devops#github-link-type" TargetMode="External"/><Relationship Id="rId3" Type="http://schemas.openxmlformats.org/officeDocument/2006/relationships/hyperlink" Target="https://learn.microsoft.com/en-us/azure/devops/boards/queries/link-type-reference?view=azure-devops" TargetMode="External"/><Relationship Id="rId7" Type="http://schemas.openxmlformats.org/officeDocument/2006/relationships/hyperlink" Target="https://learn.microsoft.com/en-us/azure/devops/boards/queries/link-type-reference?view=azure-devops#remote-work-link-typ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azure/devops/boards/queries/link-type-reference?view=azure-devops#external-link-type" TargetMode="External"/><Relationship Id="rId5" Type="http://schemas.openxmlformats.org/officeDocument/2006/relationships/hyperlink" Target="https://learn.microsoft.com/en-us/azure/devops/boards/queries/link-type-reference?view=azure-devops#hyperlink" TargetMode="External"/><Relationship Id="rId4" Type="http://schemas.openxmlformats.org/officeDocument/2006/relationships/hyperlink" Target="https://learn.microsoft.com/en-us/azure/devops/boards/queries/link-type-reference?view=azure-devops#work-link-type" TargetMode="External"/></Relationships>
</file>

<file path=ppt/notesSlides/_rels/notes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devops/boards/queries/link-type-reference?view=azure-devops#github-link-type" TargetMode="External"/><Relationship Id="rId3" Type="http://schemas.openxmlformats.org/officeDocument/2006/relationships/hyperlink" Target="https://learn.microsoft.com/en-us/azure/devops/boards/queries/link-type-reference?view=azure-devops" TargetMode="External"/><Relationship Id="rId7" Type="http://schemas.openxmlformats.org/officeDocument/2006/relationships/hyperlink" Target="https://learn.microsoft.com/en-us/azure/devops/boards/queries/link-type-reference?view=azure-devops#remote-work-link-type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azure/devops/boards/queries/link-type-reference?view=azure-devops#external-link-type" TargetMode="External"/><Relationship Id="rId5" Type="http://schemas.openxmlformats.org/officeDocument/2006/relationships/hyperlink" Target="https://learn.microsoft.com/en-us/azure/devops/boards/queries/link-type-reference?view=azure-devops#hyperlink" TargetMode="External"/><Relationship Id="rId4" Type="http://schemas.openxmlformats.org/officeDocument/2006/relationships/hyperlink" Target="https://learn.microsoft.com/en-us/azure/devops/boards/queries/link-type-reference?view=azure-devops#work-link-type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evops/report/dashboards/widget-catalog?view=azure-devop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8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Rephrase first point : </a:t>
            </a:r>
            <a:r>
              <a:rPr lang="en-US" sz="1200" baseline="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Application Lifecycle Management view</a:t>
            </a:r>
          </a:p>
          <a:p>
            <a:pPr marL="0"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    Microsoft Product(VSTO , azure DevOps)</a:t>
            </a:r>
          </a:p>
          <a:p>
            <a:pPr marL="228600" indent="-228600">
              <a:buAutoNum type="arabicPeriod"/>
            </a:pPr>
            <a:endParaRPr lang="en-US" sz="1200" baseline="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r>
              <a:rPr lang="en-US" sz="12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End-to-End ALM implementation</a:t>
            </a:r>
            <a:r>
              <a:rPr lang="en-US" sz="1200" baseline="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add the services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lang="en-US" sz="12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Provides project management, requirements management, source control, automated builds(CI), automated deployment, testing and reporting capabilities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3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 Demo</a:t>
            </a:r>
            <a:r>
              <a:rPr lang="en-US" sz="1200" baseline="0" dirty="0"/>
              <a:t> -: L : </a:t>
            </a:r>
            <a:r>
              <a:rPr lang="en-US" sz="1200" dirty="0"/>
              <a:t>gathering </a:t>
            </a:r>
            <a:r>
              <a:rPr lang="en-US" sz="1200" dirty="0" err="1"/>
              <a:t>req</a:t>
            </a:r>
            <a:r>
              <a:rPr lang="en-US" sz="1200" dirty="0"/>
              <a:t> using WI , </a:t>
            </a:r>
            <a:r>
              <a:rPr lang="en-US" sz="1200" dirty="0" err="1"/>
              <a:t>defin</a:t>
            </a:r>
            <a:r>
              <a:rPr lang="en-US" sz="1200" dirty="0"/>
              <a:t> in a WI using diff fields).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9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Add one agile diagram</a:t>
            </a:r>
          </a:p>
          <a:p>
            <a:r>
              <a:rPr lang="en-US" dirty="0"/>
              <a:t>3. L</a:t>
            </a:r>
            <a:r>
              <a:rPr lang="en-US" baseline="0" dirty="0"/>
              <a:t> </a:t>
            </a:r>
            <a:r>
              <a:rPr lang="en-US" dirty="0"/>
              <a:t>: Customization fo</a:t>
            </a:r>
            <a:r>
              <a:rPr lang="en-US" baseline="0" dirty="0"/>
              <a:t>r Templates (backlog level), customization  on WI – state transition , fields  and values :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07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Add diagrams : </a:t>
            </a:r>
            <a:r>
              <a:rPr lang="en-US" dirty="0">
                <a:hlinkClick r:id="rId3"/>
              </a:rPr>
              <a:t>Link Types Reference Guide - Azure Boards | Microsoft Learn</a:t>
            </a: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Work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Links work items including select test case management work items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Hyperlink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any URL or network share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External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an external object, such as a code object, build, or wiki page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Remote work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work items that are defined in different organizations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GitHub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 GitHub repository commit, issue, or pull request.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07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10D5-EB29-635D-7E14-1DC40202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9BD03-3285-44BF-A99D-7F335DC3F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7A691-9FD4-F7C6-C7B5-843EE4758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Add diagrams : </a:t>
            </a:r>
            <a:r>
              <a:rPr lang="en-US" dirty="0">
                <a:hlinkClick r:id="rId3"/>
              </a:rPr>
              <a:t>Link Types Reference Guide - Azure Boards | Microsoft Learn</a:t>
            </a: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Work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Links work items including select test case management work items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Hyperlink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any URL or network share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External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an external object, such as a code object, build, or wiki page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Remote work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work items that are defined in different organizations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GitHub link 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Connects a work item to a GitHub repository commit, issue, or pull request.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A8472-A5F4-923F-4116-B227F1C2B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8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for laterals and PM : Customizing columns, </a:t>
            </a:r>
            <a:r>
              <a:rPr lang="en-US" dirty="0" err="1"/>
              <a:t>swimlanes</a:t>
            </a:r>
            <a:r>
              <a:rPr lang="en-US" baseline="0" dirty="0"/>
              <a:t> ,</a:t>
            </a:r>
            <a:r>
              <a:rPr lang="en-US" dirty="0"/>
              <a:t> WIP and card styles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15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Catalog of Out Of Box widgets you can add to a dashboard - Azure DevOps | Microsoft Learn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Sprint Burn up-</a:t>
            </a:r>
            <a:r>
              <a:rPr lang="en-US" baseline="0" dirty="0"/>
              <a:t> down   - user story</a:t>
            </a:r>
          </a:p>
          <a:p>
            <a:pPr marL="228600" indent="-228600">
              <a:buAutoNum type="arabicPeriod"/>
            </a:pPr>
            <a:r>
              <a:rPr lang="en-US" baseline="0" dirty="0"/>
              <a:t>Sprint velocity </a:t>
            </a:r>
          </a:p>
          <a:p>
            <a:pPr marL="228600" indent="-228600">
              <a:buAutoNum type="arabicPeriod"/>
            </a:pPr>
            <a:r>
              <a:rPr lang="en-US" baseline="0" dirty="0"/>
              <a:t>CFD </a:t>
            </a:r>
          </a:p>
          <a:p>
            <a:pPr marL="228600" indent="-228600">
              <a:buAutoNum type="arabicPeriod"/>
            </a:pPr>
            <a:r>
              <a:rPr lang="en-US" baseline="0" dirty="0"/>
              <a:t>Lead/cycle time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08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practices and reference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54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29AC-307C-CDAE-DA7A-110FD3DB7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BD177-7762-B8AB-4ACB-D0C426F8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BBE08-58A3-E6C3-B68D-AEFAB176C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practices and reference link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321DF-7718-2266-9EC9-45F03CA68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98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Ask</a:t>
            </a:r>
            <a:r>
              <a:rPr lang="en-IN" baseline="0" dirty="0"/>
              <a:t> </a:t>
            </a:r>
            <a:r>
              <a:rPr lang="en-IN" baseline="0" dirty="0" err="1"/>
              <a:t>gpt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C82F4-2A69-4126-B139-781D9110DB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66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4" t="1053" r="2460"/>
          <a:stretch/>
        </p:blipFill>
        <p:spPr>
          <a:xfrm>
            <a:off x="0" y="1"/>
            <a:ext cx="10058400" cy="5677761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"/>
            <a:ext cx="10058400" cy="5677761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57" tIns="50278" rIns="100557" bIns="50278" spcCol="0"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080" y="316740"/>
            <a:ext cx="1667578" cy="418830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1489463"/>
            <a:ext cx="5532120" cy="1256489"/>
          </a:xfrm>
          <a:prstGeom prst="rect">
            <a:avLst/>
          </a:prstGeom>
          <a:solidFill>
            <a:srgbClr val="2B3B4B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57" tIns="50278" rIns="100557" bIns="50278" spcCol="0" rtlCol="0" anchor="ctr"/>
          <a:lstStyle/>
          <a:p>
            <a:pPr algn="ctr"/>
            <a:endParaRPr lang="en-US"/>
          </a:p>
        </p:txBody>
      </p:sp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1656995"/>
            <a:ext cx="481965" cy="18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586740" y="1751232"/>
            <a:ext cx="4526280" cy="827189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/>
          <a:p>
            <a:pPr algn="r"/>
            <a:r>
              <a:rPr lang="en-US"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Welcome to</a:t>
            </a:r>
            <a:br>
              <a:rPr lang="en-US" sz="2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20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Cybage</a:t>
            </a:r>
            <a:endParaRPr lang="en-US" sz="22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Footer Placeholder 3"/>
          <p:cNvSpPr txBox="1">
            <a:spLocks noGrp="1"/>
          </p:cNvSpPr>
          <p:nvPr userDrawn="1"/>
        </p:nvSpPr>
        <p:spPr bwMode="auto">
          <a:xfrm>
            <a:off x="533400" y="5316341"/>
            <a:ext cx="5029200" cy="20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557" tIns="50278" rIns="100557" bIns="5027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Copyright © 2018 Cybage Software Pvt. Ltd. All Rights Reserved. Cybage Confidential.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465821" y="5289984"/>
            <a:ext cx="1190782" cy="240037"/>
          </a:xfrm>
          <a:prstGeom prst="rect">
            <a:avLst/>
          </a:prstGeom>
          <a:noFill/>
        </p:spPr>
        <p:txBody>
          <a:bodyPr wrap="square" lIns="100557" tIns="50278" rIns="100557" bIns="50278" rtlCol="0">
            <a:spAutoFit/>
          </a:bodyPr>
          <a:lstStyle/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www.cybage.com</a:t>
            </a: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8534400" y="5191919"/>
            <a:ext cx="914400" cy="158898"/>
            <a:chOff x="8534400" y="5191919"/>
            <a:chExt cx="914400" cy="158898"/>
          </a:xfrm>
        </p:grpSpPr>
        <p:pic>
          <p:nvPicPr>
            <p:cNvPr id="1026" name="Picture 2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2869" y="5195982"/>
              <a:ext cx="193846" cy="136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5" name="Group 24"/>
            <p:cNvGrpSpPr/>
            <p:nvPr userDrawn="1"/>
          </p:nvGrpSpPr>
          <p:grpSpPr>
            <a:xfrm>
              <a:off x="8933771" y="5191919"/>
              <a:ext cx="152335" cy="136446"/>
              <a:chOff x="8938916" y="5111750"/>
              <a:chExt cx="150813" cy="147638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8939149" y="5129240"/>
                <a:ext cx="150579" cy="1190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 9"/>
              <p:cNvSpPr>
                <a:spLocks noEditPoints="1"/>
              </p:cNvSpPr>
              <p:nvPr userDrawn="1"/>
            </p:nvSpPr>
            <p:spPr bwMode="auto">
              <a:xfrm>
                <a:off x="8938916" y="5111750"/>
                <a:ext cx="150813" cy="147638"/>
              </a:xfrm>
              <a:custGeom>
                <a:avLst/>
                <a:gdLst>
                  <a:gd name="T0" fmla="*/ 49 w 54"/>
                  <a:gd name="T1" fmla="*/ 0 h 53"/>
                  <a:gd name="T2" fmla="*/ 5 w 54"/>
                  <a:gd name="T3" fmla="*/ 0 h 53"/>
                  <a:gd name="T4" fmla="*/ 0 w 54"/>
                  <a:gd name="T5" fmla="*/ 5 h 53"/>
                  <a:gd name="T6" fmla="*/ 0 w 54"/>
                  <a:gd name="T7" fmla="*/ 48 h 53"/>
                  <a:gd name="T8" fmla="*/ 5 w 54"/>
                  <a:gd name="T9" fmla="*/ 53 h 53"/>
                  <a:gd name="T10" fmla="*/ 49 w 54"/>
                  <a:gd name="T11" fmla="*/ 53 h 53"/>
                  <a:gd name="T12" fmla="*/ 54 w 54"/>
                  <a:gd name="T13" fmla="*/ 48 h 53"/>
                  <a:gd name="T14" fmla="*/ 54 w 54"/>
                  <a:gd name="T15" fmla="*/ 5 h 53"/>
                  <a:gd name="T16" fmla="*/ 49 w 54"/>
                  <a:gd name="T17" fmla="*/ 0 h 53"/>
                  <a:gd name="T18" fmla="*/ 17 w 54"/>
                  <a:gd name="T19" fmla="*/ 46 h 53"/>
                  <a:gd name="T20" fmla="*/ 15 w 54"/>
                  <a:gd name="T21" fmla="*/ 47 h 53"/>
                  <a:gd name="T22" fmla="*/ 10 w 54"/>
                  <a:gd name="T23" fmla="*/ 47 h 53"/>
                  <a:gd name="T24" fmla="*/ 8 w 54"/>
                  <a:gd name="T25" fmla="*/ 46 h 53"/>
                  <a:gd name="T26" fmla="*/ 8 w 54"/>
                  <a:gd name="T27" fmla="*/ 21 h 53"/>
                  <a:gd name="T28" fmla="*/ 10 w 54"/>
                  <a:gd name="T29" fmla="*/ 20 h 53"/>
                  <a:gd name="T30" fmla="*/ 15 w 54"/>
                  <a:gd name="T31" fmla="*/ 20 h 53"/>
                  <a:gd name="T32" fmla="*/ 17 w 54"/>
                  <a:gd name="T33" fmla="*/ 21 h 53"/>
                  <a:gd name="T34" fmla="*/ 17 w 54"/>
                  <a:gd name="T35" fmla="*/ 46 h 53"/>
                  <a:gd name="T36" fmla="*/ 13 w 54"/>
                  <a:gd name="T37" fmla="*/ 17 h 53"/>
                  <a:gd name="T38" fmla="*/ 7 w 54"/>
                  <a:gd name="T39" fmla="*/ 12 h 53"/>
                  <a:gd name="T40" fmla="*/ 13 w 54"/>
                  <a:gd name="T41" fmla="*/ 6 h 53"/>
                  <a:gd name="T42" fmla="*/ 18 w 54"/>
                  <a:gd name="T43" fmla="*/ 12 h 53"/>
                  <a:gd name="T44" fmla="*/ 13 w 54"/>
                  <a:gd name="T45" fmla="*/ 17 h 53"/>
                  <a:gd name="T46" fmla="*/ 48 w 54"/>
                  <a:gd name="T47" fmla="*/ 46 h 53"/>
                  <a:gd name="T48" fmla="*/ 47 w 54"/>
                  <a:gd name="T49" fmla="*/ 47 h 53"/>
                  <a:gd name="T50" fmla="*/ 40 w 54"/>
                  <a:gd name="T51" fmla="*/ 47 h 53"/>
                  <a:gd name="T52" fmla="*/ 39 w 54"/>
                  <a:gd name="T53" fmla="*/ 46 h 53"/>
                  <a:gd name="T54" fmla="*/ 39 w 54"/>
                  <a:gd name="T55" fmla="*/ 34 h 53"/>
                  <a:gd name="T56" fmla="*/ 35 w 54"/>
                  <a:gd name="T57" fmla="*/ 27 h 53"/>
                  <a:gd name="T58" fmla="*/ 30 w 54"/>
                  <a:gd name="T59" fmla="*/ 33 h 53"/>
                  <a:gd name="T60" fmla="*/ 30 w 54"/>
                  <a:gd name="T61" fmla="*/ 46 h 53"/>
                  <a:gd name="T62" fmla="*/ 28 w 54"/>
                  <a:gd name="T63" fmla="*/ 47 h 53"/>
                  <a:gd name="T64" fmla="*/ 22 w 54"/>
                  <a:gd name="T65" fmla="*/ 47 h 53"/>
                  <a:gd name="T66" fmla="*/ 21 w 54"/>
                  <a:gd name="T67" fmla="*/ 46 h 53"/>
                  <a:gd name="T68" fmla="*/ 21 w 54"/>
                  <a:gd name="T69" fmla="*/ 21 h 53"/>
                  <a:gd name="T70" fmla="*/ 22 w 54"/>
                  <a:gd name="T71" fmla="*/ 20 h 53"/>
                  <a:gd name="T72" fmla="*/ 28 w 54"/>
                  <a:gd name="T73" fmla="*/ 20 h 53"/>
                  <a:gd name="T74" fmla="*/ 30 w 54"/>
                  <a:gd name="T75" fmla="*/ 21 h 53"/>
                  <a:gd name="T76" fmla="*/ 30 w 54"/>
                  <a:gd name="T77" fmla="*/ 23 h 53"/>
                  <a:gd name="T78" fmla="*/ 38 w 54"/>
                  <a:gd name="T79" fmla="*/ 19 h 53"/>
                  <a:gd name="T80" fmla="*/ 48 w 54"/>
                  <a:gd name="T81" fmla="*/ 34 h 53"/>
                  <a:gd name="T82" fmla="*/ 48 w 54"/>
                  <a:gd name="T83" fmla="*/ 46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4" h="53">
                    <a:moveTo>
                      <a:pt x="4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1"/>
                      <a:pt x="3" y="53"/>
                      <a:pt x="5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52" y="53"/>
                      <a:pt x="54" y="51"/>
                      <a:pt x="54" y="48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lose/>
                    <a:moveTo>
                      <a:pt x="17" y="46"/>
                    </a:moveTo>
                    <a:cubicBezTo>
                      <a:pt x="17" y="47"/>
                      <a:pt x="16" y="47"/>
                      <a:pt x="15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9" y="47"/>
                      <a:pt x="8" y="47"/>
                      <a:pt x="8" y="46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20"/>
                      <a:pt x="17" y="20"/>
                      <a:pt x="17" y="21"/>
                    </a:cubicBezTo>
                    <a:lnTo>
                      <a:pt x="17" y="46"/>
                    </a:lnTo>
                    <a:close/>
                    <a:moveTo>
                      <a:pt x="13" y="17"/>
                    </a:moveTo>
                    <a:cubicBezTo>
                      <a:pt x="9" y="17"/>
                      <a:pt x="7" y="15"/>
                      <a:pt x="7" y="12"/>
                    </a:cubicBezTo>
                    <a:cubicBezTo>
                      <a:pt x="7" y="8"/>
                      <a:pt x="9" y="6"/>
                      <a:pt x="13" y="6"/>
                    </a:cubicBezTo>
                    <a:cubicBezTo>
                      <a:pt x="16" y="6"/>
                      <a:pt x="18" y="8"/>
                      <a:pt x="18" y="12"/>
                    </a:cubicBezTo>
                    <a:cubicBezTo>
                      <a:pt x="18" y="15"/>
                      <a:pt x="16" y="17"/>
                      <a:pt x="13" y="17"/>
                    </a:cubicBezTo>
                    <a:close/>
                    <a:moveTo>
                      <a:pt x="48" y="46"/>
                    </a:moveTo>
                    <a:cubicBezTo>
                      <a:pt x="48" y="47"/>
                      <a:pt x="47" y="47"/>
                      <a:pt x="47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39" y="47"/>
                      <a:pt x="39" y="46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9" y="33"/>
                      <a:pt x="40" y="27"/>
                      <a:pt x="35" y="27"/>
                    </a:cubicBezTo>
                    <a:cubicBezTo>
                      <a:pt x="31" y="27"/>
                      <a:pt x="30" y="31"/>
                      <a:pt x="30" y="33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0" y="47"/>
                      <a:pt x="29" y="47"/>
                      <a:pt x="28" y="47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21" y="47"/>
                      <a:pt x="21" y="47"/>
                      <a:pt x="21" y="46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2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30" y="20"/>
                      <a:pt x="30" y="21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1" y="21"/>
                      <a:pt x="33" y="19"/>
                      <a:pt x="38" y="19"/>
                    </a:cubicBezTo>
                    <a:cubicBezTo>
                      <a:pt x="48" y="19"/>
                      <a:pt x="48" y="29"/>
                      <a:pt x="48" y="34"/>
                    </a:cubicBezTo>
                    <a:cubicBezTo>
                      <a:pt x="48" y="46"/>
                      <a:pt x="48" y="46"/>
                      <a:pt x="48" y="46"/>
                    </a:cubicBezTo>
                    <a:close/>
                  </a:path>
                </a:pathLst>
              </a:custGeom>
              <a:solidFill>
                <a:srgbClr val="067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1"/>
            <p:cNvGrpSpPr/>
            <p:nvPr userDrawn="1"/>
          </p:nvGrpSpPr>
          <p:grpSpPr>
            <a:xfrm>
              <a:off x="9110550" y="5191919"/>
              <a:ext cx="153938" cy="142315"/>
              <a:chOff x="9090025" y="5111750"/>
              <a:chExt cx="152400" cy="153988"/>
            </a:xfrm>
          </p:grpSpPr>
          <p:sp>
            <p:nvSpPr>
              <p:cNvPr id="9" name="Rectangle 10"/>
              <p:cNvSpPr>
                <a:spLocks noChangeArrowheads="1"/>
              </p:cNvSpPr>
              <p:nvPr userDrawn="1"/>
            </p:nvSpPr>
            <p:spPr bwMode="auto">
              <a:xfrm>
                <a:off x="9090025" y="5111750"/>
                <a:ext cx="152400" cy="153988"/>
              </a:xfrm>
              <a:prstGeom prst="rect">
                <a:avLst/>
              </a:prstGeom>
              <a:solidFill>
                <a:srgbClr val="5DA8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1"/>
              <p:cNvSpPr>
                <a:spLocks/>
              </p:cNvSpPr>
              <p:nvPr userDrawn="1"/>
            </p:nvSpPr>
            <p:spPr bwMode="auto">
              <a:xfrm>
                <a:off x="9105900" y="5145088"/>
                <a:ext cx="117475" cy="90488"/>
              </a:xfrm>
              <a:custGeom>
                <a:avLst/>
                <a:gdLst>
                  <a:gd name="T0" fmla="*/ 1 w 42"/>
                  <a:gd name="T1" fmla="*/ 29 h 32"/>
                  <a:gd name="T2" fmla="*/ 14 w 42"/>
                  <a:gd name="T3" fmla="*/ 32 h 32"/>
                  <a:gd name="T4" fmla="*/ 38 w 42"/>
                  <a:gd name="T5" fmla="*/ 9 h 32"/>
                  <a:gd name="T6" fmla="*/ 38 w 42"/>
                  <a:gd name="T7" fmla="*/ 8 h 32"/>
                  <a:gd name="T8" fmla="*/ 42 w 42"/>
                  <a:gd name="T9" fmla="*/ 4 h 32"/>
                  <a:gd name="T10" fmla="*/ 37 w 42"/>
                  <a:gd name="T11" fmla="*/ 5 h 32"/>
                  <a:gd name="T12" fmla="*/ 37 w 42"/>
                  <a:gd name="T13" fmla="*/ 5 h 32"/>
                  <a:gd name="T14" fmla="*/ 37 w 42"/>
                  <a:gd name="T15" fmla="*/ 5 h 32"/>
                  <a:gd name="T16" fmla="*/ 41 w 42"/>
                  <a:gd name="T17" fmla="*/ 0 h 32"/>
                  <a:gd name="T18" fmla="*/ 37 w 42"/>
                  <a:gd name="T19" fmla="*/ 2 h 32"/>
                  <a:gd name="T20" fmla="*/ 35 w 42"/>
                  <a:gd name="T21" fmla="*/ 2 h 32"/>
                  <a:gd name="T22" fmla="*/ 29 w 42"/>
                  <a:gd name="T23" fmla="*/ 0 h 32"/>
                  <a:gd name="T24" fmla="*/ 21 w 42"/>
                  <a:gd name="T25" fmla="*/ 8 h 32"/>
                  <a:gd name="T26" fmla="*/ 21 w 42"/>
                  <a:gd name="T27" fmla="*/ 10 h 32"/>
                  <a:gd name="T28" fmla="*/ 4 w 42"/>
                  <a:gd name="T29" fmla="*/ 1 h 32"/>
                  <a:gd name="T30" fmla="*/ 7 w 42"/>
                  <a:gd name="T31" fmla="*/ 12 h 32"/>
                  <a:gd name="T32" fmla="*/ 3 w 42"/>
                  <a:gd name="T33" fmla="*/ 11 h 32"/>
                  <a:gd name="T34" fmla="*/ 9 w 42"/>
                  <a:gd name="T35" fmla="*/ 19 h 32"/>
                  <a:gd name="T36" fmla="*/ 6 w 42"/>
                  <a:gd name="T37" fmla="*/ 19 h 32"/>
                  <a:gd name="T38" fmla="*/ 13 w 42"/>
                  <a:gd name="T39" fmla="*/ 25 h 32"/>
                  <a:gd name="T40" fmla="*/ 1 w 42"/>
                  <a:gd name="T41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2" h="32">
                    <a:moveTo>
                      <a:pt x="1" y="29"/>
                    </a:moveTo>
                    <a:cubicBezTo>
                      <a:pt x="5" y="31"/>
                      <a:pt x="9" y="32"/>
                      <a:pt x="14" y="32"/>
                    </a:cubicBezTo>
                    <a:cubicBezTo>
                      <a:pt x="27" y="32"/>
                      <a:pt x="38" y="22"/>
                      <a:pt x="38" y="9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7"/>
                      <a:pt x="41" y="5"/>
                      <a:pt x="42" y="4"/>
                    </a:cubicBezTo>
                    <a:cubicBezTo>
                      <a:pt x="42" y="4"/>
                      <a:pt x="39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40" y="3"/>
                      <a:pt x="41" y="0"/>
                    </a:cubicBezTo>
                    <a:cubicBezTo>
                      <a:pt x="41" y="0"/>
                      <a:pt x="39" y="1"/>
                      <a:pt x="37" y="2"/>
                    </a:cubicBezTo>
                    <a:cubicBezTo>
                      <a:pt x="36" y="2"/>
                      <a:pt x="36" y="2"/>
                      <a:pt x="35" y="2"/>
                    </a:cubicBezTo>
                    <a:cubicBezTo>
                      <a:pt x="34" y="1"/>
                      <a:pt x="32" y="0"/>
                      <a:pt x="29" y="0"/>
                    </a:cubicBezTo>
                    <a:cubicBezTo>
                      <a:pt x="25" y="0"/>
                      <a:pt x="21" y="3"/>
                      <a:pt x="21" y="8"/>
                    </a:cubicBezTo>
                    <a:cubicBezTo>
                      <a:pt x="21" y="9"/>
                      <a:pt x="21" y="9"/>
                      <a:pt x="21" y="10"/>
                    </a:cubicBezTo>
                    <a:cubicBezTo>
                      <a:pt x="21" y="10"/>
                      <a:pt x="11" y="9"/>
                      <a:pt x="4" y="1"/>
                    </a:cubicBezTo>
                    <a:cubicBezTo>
                      <a:pt x="4" y="1"/>
                      <a:pt x="0" y="7"/>
                      <a:pt x="7" y="12"/>
                    </a:cubicBezTo>
                    <a:cubicBezTo>
                      <a:pt x="7" y="12"/>
                      <a:pt x="5" y="12"/>
                      <a:pt x="3" y="11"/>
                    </a:cubicBezTo>
                    <a:cubicBezTo>
                      <a:pt x="3" y="11"/>
                      <a:pt x="2" y="18"/>
                      <a:pt x="9" y="19"/>
                    </a:cubicBezTo>
                    <a:cubicBezTo>
                      <a:pt x="9" y="19"/>
                      <a:pt x="8" y="20"/>
                      <a:pt x="6" y="19"/>
                    </a:cubicBezTo>
                    <a:cubicBezTo>
                      <a:pt x="6" y="19"/>
                      <a:pt x="7" y="25"/>
                      <a:pt x="13" y="25"/>
                    </a:cubicBezTo>
                    <a:cubicBezTo>
                      <a:pt x="13" y="25"/>
                      <a:pt x="8" y="30"/>
                      <a:pt x="1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13"/>
            <p:cNvGrpSpPr/>
            <p:nvPr userDrawn="1"/>
          </p:nvGrpSpPr>
          <p:grpSpPr>
            <a:xfrm>
              <a:off x="9293258" y="5191919"/>
              <a:ext cx="155542" cy="142315"/>
              <a:chOff x="9294812" y="5111750"/>
              <a:chExt cx="153988" cy="153988"/>
            </a:xfrm>
          </p:grpSpPr>
          <p:sp>
            <p:nvSpPr>
              <p:cNvPr id="15" name="Rectangle 14"/>
              <p:cNvSpPr/>
              <p:nvPr userDrawn="1"/>
            </p:nvSpPr>
            <p:spPr>
              <a:xfrm>
                <a:off x="9320150" y="5129240"/>
                <a:ext cx="128650" cy="1357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2"/>
              <p:cNvSpPr>
                <a:spLocks/>
              </p:cNvSpPr>
              <p:nvPr userDrawn="1"/>
            </p:nvSpPr>
            <p:spPr bwMode="auto">
              <a:xfrm>
                <a:off x="9294812" y="5111750"/>
                <a:ext cx="153988" cy="153988"/>
              </a:xfrm>
              <a:custGeom>
                <a:avLst/>
                <a:gdLst>
                  <a:gd name="T0" fmla="*/ 0 w 55"/>
                  <a:gd name="T1" fmla="*/ 0 h 55"/>
                  <a:gd name="T2" fmla="*/ 0 w 55"/>
                  <a:gd name="T3" fmla="*/ 55 h 55"/>
                  <a:gd name="T4" fmla="*/ 29 w 55"/>
                  <a:gd name="T5" fmla="*/ 55 h 55"/>
                  <a:gd name="T6" fmla="*/ 29 w 55"/>
                  <a:gd name="T7" fmla="*/ 34 h 55"/>
                  <a:gd name="T8" fmla="*/ 22 w 55"/>
                  <a:gd name="T9" fmla="*/ 34 h 55"/>
                  <a:gd name="T10" fmla="*/ 22 w 55"/>
                  <a:gd name="T11" fmla="*/ 25 h 55"/>
                  <a:gd name="T12" fmla="*/ 29 w 55"/>
                  <a:gd name="T13" fmla="*/ 25 h 55"/>
                  <a:gd name="T14" fmla="*/ 29 w 55"/>
                  <a:gd name="T15" fmla="*/ 18 h 55"/>
                  <a:gd name="T16" fmla="*/ 39 w 55"/>
                  <a:gd name="T17" fmla="*/ 8 h 55"/>
                  <a:gd name="T18" fmla="*/ 46 w 55"/>
                  <a:gd name="T19" fmla="*/ 8 h 55"/>
                  <a:gd name="T20" fmla="*/ 46 w 55"/>
                  <a:gd name="T21" fmla="*/ 16 h 55"/>
                  <a:gd name="T22" fmla="*/ 41 w 55"/>
                  <a:gd name="T23" fmla="*/ 16 h 55"/>
                  <a:gd name="T24" fmla="*/ 38 w 55"/>
                  <a:gd name="T25" fmla="*/ 19 h 55"/>
                  <a:gd name="T26" fmla="*/ 38 w 55"/>
                  <a:gd name="T27" fmla="*/ 25 h 55"/>
                  <a:gd name="T28" fmla="*/ 46 w 55"/>
                  <a:gd name="T29" fmla="*/ 25 h 55"/>
                  <a:gd name="T30" fmla="*/ 45 w 55"/>
                  <a:gd name="T31" fmla="*/ 34 h 55"/>
                  <a:gd name="T32" fmla="*/ 38 w 55"/>
                  <a:gd name="T33" fmla="*/ 34 h 55"/>
                  <a:gd name="T34" fmla="*/ 38 w 55"/>
                  <a:gd name="T35" fmla="*/ 55 h 55"/>
                  <a:gd name="T36" fmla="*/ 55 w 55"/>
                  <a:gd name="T37" fmla="*/ 55 h 55"/>
                  <a:gd name="T38" fmla="*/ 55 w 55"/>
                  <a:gd name="T39" fmla="*/ 0 h 55"/>
                  <a:gd name="T40" fmla="*/ 0 w 55"/>
                  <a:gd name="T4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" h="55">
                    <a:moveTo>
                      <a:pt x="0" y="0"/>
                    </a:moveTo>
                    <a:cubicBezTo>
                      <a:pt x="0" y="55"/>
                      <a:pt x="0" y="55"/>
                      <a:pt x="0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3"/>
                      <a:pt x="33" y="8"/>
                      <a:pt x="39" y="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39" y="16"/>
                      <a:pt x="38" y="17"/>
                      <a:pt x="38" y="19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0"/>
                      <a:pt x="55" y="0"/>
                      <a:pt x="5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56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1037" name="Picture 13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400" y="5191919"/>
              <a:ext cx="156192" cy="1588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272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26641"/>
            <a:ext cx="9052560" cy="943240"/>
          </a:xfrm>
          <a:prstGeom prst="rect">
            <a:avLst/>
          </a:prstGeom>
        </p:spPr>
        <p:txBody>
          <a:bodyPr lIns="100557" tIns="50278" rIns="100557" bIns="5027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0538"/>
            <a:ext cx="9052560" cy="3734967"/>
          </a:xfrm>
          <a:prstGeom prst="rect">
            <a:avLst/>
          </a:prstGeom>
        </p:spPr>
        <p:txBody>
          <a:bodyPr lIns="100557" tIns="50278" rIns="100557" bIns="5027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9905" y="5245460"/>
            <a:ext cx="4686935" cy="348535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 Copyright © 2017 Cybage Software Pvt. Ltd. All Rights Reserved. Cybage Confidential.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80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3636714"/>
            <a:ext cx="8549640" cy="1124027"/>
          </a:xfrm>
          <a:prstGeom prst="rect">
            <a:avLst/>
          </a:prstGeom>
        </p:spPr>
        <p:txBody>
          <a:bodyPr lIns="100557" tIns="50278" rIns="100557" bIns="50278"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2398712"/>
            <a:ext cx="8549640" cy="1238001"/>
          </a:xfrm>
          <a:prstGeom prst="rect">
            <a:avLst/>
          </a:prstGeom>
        </p:spPr>
        <p:txBody>
          <a:bodyPr lIns="100557" tIns="50278" rIns="100557" bIns="50278"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278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55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0834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11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391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166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194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2226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1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26641"/>
            <a:ext cx="9052560" cy="943240"/>
          </a:xfrm>
          <a:prstGeom prst="rect">
            <a:avLst/>
          </a:prstGeom>
        </p:spPr>
        <p:txBody>
          <a:bodyPr lIns="100557" tIns="50278" rIns="100557" bIns="5027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144989"/>
            <a:ext cx="4442460" cy="3235836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144989"/>
            <a:ext cx="4442460" cy="3235836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9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26641"/>
            <a:ext cx="9052560" cy="943240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266824"/>
            <a:ext cx="4444207" cy="527951"/>
          </a:xfrm>
          <a:prstGeom prst="rect">
            <a:avLst/>
          </a:prstGeom>
        </p:spPr>
        <p:txBody>
          <a:bodyPr lIns="100557" tIns="50278" rIns="100557" bIns="50278" anchor="b"/>
          <a:lstStyle>
            <a:lvl1pPr marL="0" indent="0">
              <a:buNone/>
              <a:defRPr sz="2600" b="1"/>
            </a:lvl1pPr>
            <a:lvl2pPr marL="502783" indent="0">
              <a:buNone/>
              <a:defRPr sz="2200" b="1"/>
            </a:lvl2pPr>
            <a:lvl3pPr marL="1005566" indent="0">
              <a:buNone/>
              <a:defRPr sz="2000" b="1"/>
            </a:lvl3pPr>
            <a:lvl4pPr marL="1508349" indent="0">
              <a:buNone/>
              <a:defRPr sz="1800" b="1"/>
            </a:lvl4pPr>
            <a:lvl5pPr marL="2011131" indent="0">
              <a:buNone/>
              <a:defRPr sz="1800" b="1"/>
            </a:lvl5pPr>
            <a:lvl6pPr marL="2513914" indent="0">
              <a:buNone/>
              <a:defRPr sz="1800" b="1"/>
            </a:lvl6pPr>
            <a:lvl7pPr marL="3016697" indent="0">
              <a:buNone/>
              <a:defRPr sz="1800" b="1"/>
            </a:lvl7pPr>
            <a:lvl8pPr marL="3519480" indent="0">
              <a:buNone/>
              <a:defRPr sz="1800" b="1"/>
            </a:lvl8pPr>
            <a:lvl9pPr marL="4022263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" y="1794775"/>
            <a:ext cx="4444207" cy="3260728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530" y="1266824"/>
            <a:ext cx="4445953" cy="527951"/>
          </a:xfrm>
          <a:prstGeom prst="rect">
            <a:avLst/>
          </a:prstGeom>
        </p:spPr>
        <p:txBody>
          <a:bodyPr lIns="100557" tIns="50278" rIns="100557" bIns="50278" anchor="b"/>
          <a:lstStyle>
            <a:lvl1pPr marL="0" indent="0">
              <a:buNone/>
              <a:defRPr sz="2600" b="1"/>
            </a:lvl1pPr>
            <a:lvl2pPr marL="502783" indent="0">
              <a:buNone/>
              <a:defRPr sz="2200" b="1"/>
            </a:lvl2pPr>
            <a:lvl3pPr marL="1005566" indent="0">
              <a:buNone/>
              <a:defRPr sz="2000" b="1"/>
            </a:lvl3pPr>
            <a:lvl4pPr marL="1508349" indent="0">
              <a:buNone/>
              <a:defRPr sz="1800" b="1"/>
            </a:lvl4pPr>
            <a:lvl5pPr marL="2011131" indent="0">
              <a:buNone/>
              <a:defRPr sz="1800" b="1"/>
            </a:lvl5pPr>
            <a:lvl6pPr marL="2513914" indent="0">
              <a:buNone/>
              <a:defRPr sz="1800" b="1"/>
            </a:lvl6pPr>
            <a:lvl7pPr marL="3016697" indent="0">
              <a:buNone/>
              <a:defRPr sz="1800" b="1"/>
            </a:lvl7pPr>
            <a:lvl8pPr marL="3519480" indent="0">
              <a:buNone/>
              <a:defRPr sz="1800" b="1"/>
            </a:lvl8pPr>
            <a:lvl9pPr marL="4022263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30" y="1794775"/>
            <a:ext cx="4445953" cy="3260728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4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26641"/>
            <a:ext cx="9052560" cy="943240"/>
          </a:xfrm>
          <a:prstGeom prst="rect">
            <a:avLst/>
          </a:prstGeom>
        </p:spPr>
        <p:txBody>
          <a:bodyPr lIns="100557" tIns="50278" rIns="100557" bIns="5027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0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3" y="225330"/>
            <a:ext cx="3309144" cy="958961"/>
          </a:xfrm>
          <a:prstGeom prst="rect">
            <a:avLst/>
          </a:prstGeom>
        </p:spPr>
        <p:txBody>
          <a:bodyPr lIns="100557" tIns="50278" rIns="100557" bIns="50278"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555" y="225330"/>
            <a:ext cx="5622925" cy="4830174"/>
          </a:xfrm>
          <a:prstGeom prst="rect">
            <a:avLst/>
          </a:prstGeom>
        </p:spPr>
        <p:txBody>
          <a:bodyPr lIns="100557" tIns="50278" rIns="100557" bIns="50278"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3" y="1184291"/>
            <a:ext cx="3309144" cy="3871213"/>
          </a:xfrm>
          <a:prstGeom prst="rect">
            <a:avLst/>
          </a:prstGeom>
        </p:spPr>
        <p:txBody>
          <a:bodyPr lIns="100557" tIns="50278" rIns="100557" bIns="50278"/>
          <a:lstStyle>
            <a:lvl1pPr marL="0" indent="0">
              <a:buNone/>
              <a:defRPr sz="1500"/>
            </a:lvl1pPr>
            <a:lvl2pPr marL="502783" indent="0">
              <a:buNone/>
              <a:defRPr sz="1300"/>
            </a:lvl2pPr>
            <a:lvl3pPr marL="1005566" indent="0">
              <a:buNone/>
              <a:defRPr sz="1100"/>
            </a:lvl3pPr>
            <a:lvl4pPr marL="1508349" indent="0">
              <a:buNone/>
              <a:defRPr sz="1000"/>
            </a:lvl4pPr>
            <a:lvl5pPr marL="2011131" indent="0">
              <a:buNone/>
              <a:defRPr sz="1000"/>
            </a:lvl5pPr>
            <a:lvl6pPr marL="2513914" indent="0">
              <a:buNone/>
              <a:defRPr sz="1000"/>
            </a:lvl6pPr>
            <a:lvl7pPr marL="3016697" indent="0">
              <a:buNone/>
              <a:defRPr sz="1000"/>
            </a:lvl7pPr>
            <a:lvl8pPr marL="3519480" indent="0">
              <a:buNone/>
              <a:defRPr sz="1000"/>
            </a:lvl8pPr>
            <a:lvl9pPr marL="402226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2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517" y="3961608"/>
            <a:ext cx="6035040" cy="467690"/>
          </a:xfrm>
          <a:prstGeom prst="rect">
            <a:avLst/>
          </a:prstGeom>
        </p:spPr>
        <p:txBody>
          <a:bodyPr lIns="100557" tIns="50278" rIns="100557" bIns="50278"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517" y="505681"/>
            <a:ext cx="6035040" cy="3395663"/>
          </a:xfrm>
          <a:prstGeom prst="rect">
            <a:avLst/>
          </a:prstGeom>
        </p:spPr>
        <p:txBody>
          <a:bodyPr lIns="100557" tIns="50278" rIns="100557" bIns="50278"/>
          <a:lstStyle>
            <a:lvl1pPr marL="0" indent="0">
              <a:buNone/>
              <a:defRPr sz="3500"/>
            </a:lvl1pPr>
            <a:lvl2pPr marL="502783" indent="0">
              <a:buNone/>
              <a:defRPr sz="3100"/>
            </a:lvl2pPr>
            <a:lvl3pPr marL="1005566" indent="0">
              <a:buNone/>
              <a:defRPr sz="2600"/>
            </a:lvl3pPr>
            <a:lvl4pPr marL="1508349" indent="0">
              <a:buNone/>
              <a:defRPr sz="2200"/>
            </a:lvl4pPr>
            <a:lvl5pPr marL="2011131" indent="0">
              <a:buNone/>
              <a:defRPr sz="2200"/>
            </a:lvl5pPr>
            <a:lvl6pPr marL="2513914" indent="0">
              <a:buNone/>
              <a:defRPr sz="2200"/>
            </a:lvl6pPr>
            <a:lvl7pPr marL="3016697" indent="0">
              <a:buNone/>
              <a:defRPr sz="2200"/>
            </a:lvl7pPr>
            <a:lvl8pPr marL="3519480" indent="0">
              <a:buNone/>
              <a:defRPr sz="2200"/>
            </a:lvl8pPr>
            <a:lvl9pPr marL="4022263" indent="0">
              <a:buNone/>
              <a:defRPr sz="2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517" y="4429298"/>
            <a:ext cx="6035040" cy="664197"/>
          </a:xfrm>
          <a:prstGeom prst="rect">
            <a:avLst/>
          </a:prstGeom>
        </p:spPr>
        <p:txBody>
          <a:bodyPr lIns="100557" tIns="50278" rIns="100557" bIns="50278"/>
          <a:lstStyle>
            <a:lvl1pPr marL="0" indent="0">
              <a:buNone/>
              <a:defRPr sz="1500"/>
            </a:lvl1pPr>
            <a:lvl2pPr marL="502783" indent="0">
              <a:buNone/>
              <a:defRPr sz="1300"/>
            </a:lvl2pPr>
            <a:lvl3pPr marL="1005566" indent="0">
              <a:buNone/>
              <a:defRPr sz="1100"/>
            </a:lvl3pPr>
            <a:lvl4pPr marL="1508349" indent="0">
              <a:buNone/>
              <a:defRPr sz="1000"/>
            </a:lvl4pPr>
            <a:lvl5pPr marL="2011131" indent="0">
              <a:buNone/>
              <a:defRPr sz="1000"/>
            </a:lvl5pPr>
            <a:lvl6pPr marL="2513914" indent="0">
              <a:buNone/>
              <a:defRPr sz="1000"/>
            </a:lvl6pPr>
            <a:lvl7pPr marL="3016697" indent="0">
              <a:buNone/>
              <a:defRPr sz="1000"/>
            </a:lvl7pPr>
            <a:lvl8pPr marL="3519480" indent="0">
              <a:buNone/>
              <a:defRPr sz="1000"/>
            </a:lvl8pPr>
            <a:lvl9pPr marL="402226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2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26641"/>
            <a:ext cx="9052560" cy="943240"/>
          </a:xfrm>
          <a:prstGeom prst="rect">
            <a:avLst/>
          </a:prstGeom>
        </p:spPr>
        <p:txBody>
          <a:bodyPr lIns="100557" tIns="50278" rIns="100557" bIns="5027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320538"/>
            <a:ext cx="9052560" cy="3734967"/>
          </a:xfrm>
          <a:prstGeom prst="rect">
            <a:avLst/>
          </a:prstGeom>
        </p:spPr>
        <p:txBody>
          <a:bodyPr vert="eaVert" lIns="100557" tIns="50278" rIns="100557" bIns="5027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0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340" y="196508"/>
            <a:ext cx="2263140" cy="4184316"/>
          </a:xfrm>
          <a:prstGeom prst="rect">
            <a:avLst/>
          </a:prstGeom>
        </p:spPr>
        <p:txBody>
          <a:bodyPr vert="eaVert" lIns="100557" tIns="50278" rIns="100557" bIns="5027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96508"/>
            <a:ext cx="6621780" cy="4184316"/>
          </a:xfrm>
          <a:prstGeom prst="rect">
            <a:avLst/>
          </a:prstGeom>
        </p:spPr>
        <p:txBody>
          <a:bodyPr vert="eaVert" lIns="100557" tIns="50278" rIns="100557" bIns="5027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 lIns="100557" tIns="50278" rIns="100557" bIns="50278"/>
          <a:lstStyle/>
          <a:p>
            <a:fld id="{72CC6C99-819B-4E2C-B66B-9C4B0D9D41D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9905" y="4582319"/>
            <a:ext cx="4686935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1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920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758094"/>
            <a:ext cx="8549640" cy="121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3207015"/>
            <a:ext cx="7040880" cy="14463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5245461"/>
            <a:ext cx="2346960" cy="30131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36620" y="5245461"/>
            <a:ext cx="3185160" cy="3013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3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1757363"/>
            <a:ext cx="8550275" cy="1214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3206750"/>
            <a:ext cx="7042150" cy="144621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0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50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3636963"/>
            <a:ext cx="8548687" cy="11239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2398713"/>
            <a:ext cx="8548687" cy="1238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43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0800"/>
            <a:ext cx="4449762" cy="3735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320800"/>
            <a:ext cx="4449763" cy="3735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59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266825"/>
            <a:ext cx="4443412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1795463"/>
            <a:ext cx="4443412" cy="3260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266825"/>
            <a:ext cx="4445000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1795463"/>
            <a:ext cx="4445000" cy="3260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60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6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6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225425"/>
            <a:ext cx="3308350" cy="958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225425"/>
            <a:ext cx="5622925" cy="4830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184275"/>
            <a:ext cx="3308350" cy="38719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26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3962400"/>
            <a:ext cx="6035675" cy="466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506413"/>
            <a:ext cx="6035675" cy="33956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4429125"/>
            <a:ext cx="60356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77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92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227013"/>
            <a:ext cx="2262188" cy="4829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7013"/>
            <a:ext cx="6637337" cy="4829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484272"/>
            <a:ext cx="10058400" cy="5175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55162" y="5245461"/>
            <a:ext cx="419417" cy="301313"/>
          </a:xfrm>
          <a:prstGeom prst="rect">
            <a:avLst/>
          </a:prstGeom>
        </p:spPr>
        <p:txBody>
          <a:bodyPr vert="horz" lIns="100557" tIns="50278" rIns="100557" bIns="5027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ACC5E-6F00-4F61-BE38-5B0AEB14CA66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0058400" cy="484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57" tIns="50278" rIns="100557" bIns="50278" spcCol="0"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55" y="155751"/>
            <a:ext cx="1175226" cy="172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533400" y="5316341"/>
            <a:ext cx="5029200" cy="20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557" tIns="50278" rIns="100557" bIns="5027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Copyright © 2020</a:t>
            </a:r>
            <a:r>
              <a:rPr lang="en-US" sz="7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Cybage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Software Pvt. Ltd. All Rights Reserved. </a:t>
            </a:r>
            <a:r>
              <a:rPr 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Cybage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Confidential.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5821" y="5289984"/>
            <a:ext cx="1190782" cy="240037"/>
          </a:xfrm>
          <a:prstGeom prst="rect">
            <a:avLst/>
          </a:prstGeom>
          <a:noFill/>
        </p:spPr>
        <p:txBody>
          <a:bodyPr wrap="square" lIns="100557" tIns="50278" rIns="100557" bIns="50278" rtlCol="0">
            <a:spAutoFit/>
          </a:bodyPr>
          <a:lstStyle/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www.cybage.com</a:t>
            </a:r>
            <a:endParaRPr lang="en-GB" sz="9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3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</p:sldLayoutIdLst>
  <p:txStyles>
    <p:titleStyle>
      <a:lvl1pPr algn="ctr" defTabSz="1005566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087" indent="-377087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022" indent="-314239" algn="l" defTabSz="1005566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6957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59740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2523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65306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68088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0871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73654" indent="-251391" algn="l" defTabSz="1005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783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566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349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131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14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697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19480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22263" algn="l" defTabSz="100556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238" y="227013"/>
            <a:ext cx="9051925" cy="942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320800"/>
            <a:ext cx="9051925" cy="373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238" y="5245100"/>
            <a:ext cx="2346325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4115B-6CD9-43BC-8D55-E1FCD10AF0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6938" y="5245100"/>
            <a:ext cx="3184525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8838" y="5245100"/>
            <a:ext cx="2346325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5DBF-4726-4616-AE38-8E2538BE9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in/azure/devops/boards/?view=azure-devop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404912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Lorem Ipsum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7" b="24579"/>
          <a:stretch/>
        </p:blipFill>
        <p:spPr>
          <a:xfrm>
            <a:off x="0" y="467519"/>
            <a:ext cx="10058400" cy="5191919"/>
          </a:xfrm>
          <a:prstGeom prst="rect">
            <a:avLst/>
          </a:prstGeom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9555162" y="5245461"/>
            <a:ext cx="419417" cy="30131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783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566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349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131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14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6697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19480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22263" algn="l" defTabSz="100556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5ACC5E-6F00-4F61-BE38-5B0AEB14CA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467519"/>
            <a:ext cx="10058400" cy="5191919"/>
          </a:xfrm>
          <a:prstGeom prst="rect">
            <a:avLst/>
          </a:prstGeom>
          <a:solidFill>
            <a:srgbClr val="000A1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4724400" y="3077349"/>
            <a:ext cx="5334000" cy="125648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57" tIns="50278" rIns="100557" bIns="50278" spcCol="0" rtlCol="0" anchor="ctr"/>
          <a:lstStyle/>
          <a:p>
            <a:pPr algn="ctr"/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008" y="3273318"/>
            <a:ext cx="523761" cy="204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3"/>
          <p:cNvSpPr txBox="1">
            <a:spLocks noGrp="1"/>
          </p:cNvSpPr>
          <p:nvPr/>
        </p:nvSpPr>
        <p:spPr bwMode="auto">
          <a:xfrm>
            <a:off x="533400" y="5316341"/>
            <a:ext cx="5029200" cy="20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557" tIns="50278" rIns="100557" bIns="5027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Copyright © 2025 Cybage Software Pvt. Ltd. All Rights Reserved. Cybage Confidential.</a:t>
            </a:r>
          </a:p>
        </p:txBody>
      </p:sp>
      <p:sp>
        <p:nvSpPr>
          <p:cNvPr id="15" name="Text Placeholder 2"/>
          <p:cNvSpPr txBox="1">
            <a:spLocks/>
          </p:cNvSpPr>
          <p:nvPr/>
        </p:nvSpPr>
        <p:spPr>
          <a:xfrm>
            <a:off x="5154145" y="3106872"/>
            <a:ext cx="4820434" cy="1226965"/>
          </a:xfrm>
          <a:prstGeom prst="rect">
            <a:avLst/>
          </a:prstGeom>
        </p:spPr>
        <p:txBody>
          <a:bodyPr lIns="100557" tIns="50278" rIns="100557" bIns="50278" anchor="t"/>
          <a:lstStyle>
            <a:lvl1pPr marL="0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 baseline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02783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5566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349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131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914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16697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19480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22263" indent="0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Azure DevOps Services – Boards</a:t>
            </a:r>
          </a:p>
          <a:p>
            <a:r>
              <a:rPr lang="en-US" sz="1600" dirty="0"/>
              <a:t>	Presented By: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/>
              <a:t>Ruturaj Kharde </a:t>
            </a:r>
            <a:r>
              <a:rPr lang="en-US" sz="1600" dirty="0"/>
              <a:t>&amp;</a:t>
            </a:r>
            <a:br>
              <a:rPr lang="en-US" sz="1600" dirty="0"/>
            </a:br>
            <a:r>
              <a:rPr lang="en-US" sz="1600" dirty="0"/>
              <a:t>		Lokesh Abhichandani</a:t>
            </a:r>
            <a:endParaRPr lang="en-US" sz="1800" dirty="0"/>
          </a:p>
          <a:p>
            <a:endParaRPr lang="en-US" sz="2400" dirty="0"/>
          </a:p>
          <a:p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465821" y="5289984"/>
            <a:ext cx="1190782" cy="240037"/>
          </a:xfrm>
          <a:prstGeom prst="rect">
            <a:avLst/>
          </a:prstGeom>
          <a:noFill/>
        </p:spPr>
        <p:txBody>
          <a:bodyPr wrap="square" lIns="100557" tIns="50278" rIns="100557" bIns="50278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www.cybage.com</a:t>
            </a:r>
            <a:endParaRPr lang="en-GB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534400" y="5191919"/>
            <a:ext cx="914400" cy="158898"/>
            <a:chOff x="8534400" y="5191919"/>
            <a:chExt cx="914400" cy="158898"/>
          </a:xfrm>
        </p:grpSpPr>
        <p:pic>
          <p:nvPicPr>
            <p:cNvPr id="18" name="Picture 2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2869" y="5195982"/>
              <a:ext cx="193846" cy="136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 userDrawn="1"/>
          </p:nvGrpSpPr>
          <p:grpSpPr>
            <a:xfrm>
              <a:off x="8933771" y="5191919"/>
              <a:ext cx="152335" cy="136446"/>
              <a:chOff x="8938916" y="5111750"/>
              <a:chExt cx="150813" cy="147638"/>
            </a:xfrm>
          </p:grpSpPr>
          <p:sp>
            <p:nvSpPr>
              <p:cNvPr id="27" name="Rectangle 26"/>
              <p:cNvSpPr/>
              <p:nvPr userDrawn="1"/>
            </p:nvSpPr>
            <p:spPr>
              <a:xfrm>
                <a:off x="8939149" y="5129240"/>
                <a:ext cx="150579" cy="1190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Freeform 9"/>
              <p:cNvSpPr>
                <a:spLocks noEditPoints="1"/>
              </p:cNvSpPr>
              <p:nvPr userDrawn="1"/>
            </p:nvSpPr>
            <p:spPr bwMode="auto">
              <a:xfrm>
                <a:off x="8938916" y="5111750"/>
                <a:ext cx="150813" cy="147638"/>
              </a:xfrm>
              <a:custGeom>
                <a:avLst/>
                <a:gdLst>
                  <a:gd name="T0" fmla="*/ 49 w 54"/>
                  <a:gd name="T1" fmla="*/ 0 h 53"/>
                  <a:gd name="T2" fmla="*/ 5 w 54"/>
                  <a:gd name="T3" fmla="*/ 0 h 53"/>
                  <a:gd name="T4" fmla="*/ 0 w 54"/>
                  <a:gd name="T5" fmla="*/ 5 h 53"/>
                  <a:gd name="T6" fmla="*/ 0 w 54"/>
                  <a:gd name="T7" fmla="*/ 48 h 53"/>
                  <a:gd name="T8" fmla="*/ 5 w 54"/>
                  <a:gd name="T9" fmla="*/ 53 h 53"/>
                  <a:gd name="T10" fmla="*/ 49 w 54"/>
                  <a:gd name="T11" fmla="*/ 53 h 53"/>
                  <a:gd name="T12" fmla="*/ 54 w 54"/>
                  <a:gd name="T13" fmla="*/ 48 h 53"/>
                  <a:gd name="T14" fmla="*/ 54 w 54"/>
                  <a:gd name="T15" fmla="*/ 5 h 53"/>
                  <a:gd name="T16" fmla="*/ 49 w 54"/>
                  <a:gd name="T17" fmla="*/ 0 h 53"/>
                  <a:gd name="T18" fmla="*/ 17 w 54"/>
                  <a:gd name="T19" fmla="*/ 46 h 53"/>
                  <a:gd name="T20" fmla="*/ 15 w 54"/>
                  <a:gd name="T21" fmla="*/ 47 h 53"/>
                  <a:gd name="T22" fmla="*/ 10 w 54"/>
                  <a:gd name="T23" fmla="*/ 47 h 53"/>
                  <a:gd name="T24" fmla="*/ 8 w 54"/>
                  <a:gd name="T25" fmla="*/ 46 h 53"/>
                  <a:gd name="T26" fmla="*/ 8 w 54"/>
                  <a:gd name="T27" fmla="*/ 21 h 53"/>
                  <a:gd name="T28" fmla="*/ 10 w 54"/>
                  <a:gd name="T29" fmla="*/ 20 h 53"/>
                  <a:gd name="T30" fmla="*/ 15 w 54"/>
                  <a:gd name="T31" fmla="*/ 20 h 53"/>
                  <a:gd name="T32" fmla="*/ 17 w 54"/>
                  <a:gd name="T33" fmla="*/ 21 h 53"/>
                  <a:gd name="T34" fmla="*/ 17 w 54"/>
                  <a:gd name="T35" fmla="*/ 46 h 53"/>
                  <a:gd name="T36" fmla="*/ 13 w 54"/>
                  <a:gd name="T37" fmla="*/ 17 h 53"/>
                  <a:gd name="T38" fmla="*/ 7 w 54"/>
                  <a:gd name="T39" fmla="*/ 12 h 53"/>
                  <a:gd name="T40" fmla="*/ 13 w 54"/>
                  <a:gd name="T41" fmla="*/ 6 h 53"/>
                  <a:gd name="T42" fmla="*/ 18 w 54"/>
                  <a:gd name="T43" fmla="*/ 12 h 53"/>
                  <a:gd name="T44" fmla="*/ 13 w 54"/>
                  <a:gd name="T45" fmla="*/ 17 h 53"/>
                  <a:gd name="T46" fmla="*/ 48 w 54"/>
                  <a:gd name="T47" fmla="*/ 46 h 53"/>
                  <a:gd name="T48" fmla="*/ 47 w 54"/>
                  <a:gd name="T49" fmla="*/ 47 h 53"/>
                  <a:gd name="T50" fmla="*/ 40 w 54"/>
                  <a:gd name="T51" fmla="*/ 47 h 53"/>
                  <a:gd name="T52" fmla="*/ 39 w 54"/>
                  <a:gd name="T53" fmla="*/ 46 h 53"/>
                  <a:gd name="T54" fmla="*/ 39 w 54"/>
                  <a:gd name="T55" fmla="*/ 34 h 53"/>
                  <a:gd name="T56" fmla="*/ 35 w 54"/>
                  <a:gd name="T57" fmla="*/ 27 h 53"/>
                  <a:gd name="T58" fmla="*/ 30 w 54"/>
                  <a:gd name="T59" fmla="*/ 33 h 53"/>
                  <a:gd name="T60" fmla="*/ 30 w 54"/>
                  <a:gd name="T61" fmla="*/ 46 h 53"/>
                  <a:gd name="T62" fmla="*/ 28 w 54"/>
                  <a:gd name="T63" fmla="*/ 47 h 53"/>
                  <a:gd name="T64" fmla="*/ 22 w 54"/>
                  <a:gd name="T65" fmla="*/ 47 h 53"/>
                  <a:gd name="T66" fmla="*/ 21 w 54"/>
                  <a:gd name="T67" fmla="*/ 46 h 53"/>
                  <a:gd name="T68" fmla="*/ 21 w 54"/>
                  <a:gd name="T69" fmla="*/ 21 h 53"/>
                  <a:gd name="T70" fmla="*/ 22 w 54"/>
                  <a:gd name="T71" fmla="*/ 20 h 53"/>
                  <a:gd name="T72" fmla="*/ 28 w 54"/>
                  <a:gd name="T73" fmla="*/ 20 h 53"/>
                  <a:gd name="T74" fmla="*/ 30 w 54"/>
                  <a:gd name="T75" fmla="*/ 21 h 53"/>
                  <a:gd name="T76" fmla="*/ 30 w 54"/>
                  <a:gd name="T77" fmla="*/ 23 h 53"/>
                  <a:gd name="T78" fmla="*/ 38 w 54"/>
                  <a:gd name="T79" fmla="*/ 19 h 53"/>
                  <a:gd name="T80" fmla="*/ 48 w 54"/>
                  <a:gd name="T81" fmla="*/ 34 h 53"/>
                  <a:gd name="T82" fmla="*/ 48 w 54"/>
                  <a:gd name="T83" fmla="*/ 46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4" h="53">
                    <a:moveTo>
                      <a:pt x="4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1"/>
                      <a:pt x="3" y="53"/>
                      <a:pt x="5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52" y="53"/>
                      <a:pt x="54" y="51"/>
                      <a:pt x="54" y="48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lose/>
                    <a:moveTo>
                      <a:pt x="17" y="46"/>
                    </a:moveTo>
                    <a:cubicBezTo>
                      <a:pt x="17" y="47"/>
                      <a:pt x="16" y="47"/>
                      <a:pt x="15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9" y="47"/>
                      <a:pt x="8" y="47"/>
                      <a:pt x="8" y="46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20"/>
                      <a:pt x="17" y="20"/>
                      <a:pt x="17" y="21"/>
                    </a:cubicBezTo>
                    <a:lnTo>
                      <a:pt x="17" y="46"/>
                    </a:lnTo>
                    <a:close/>
                    <a:moveTo>
                      <a:pt x="13" y="17"/>
                    </a:moveTo>
                    <a:cubicBezTo>
                      <a:pt x="9" y="17"/>
                      <a:pt x="7" y="15"/>
                      <a:pt x="7" y="12"/>
                    </a:cubicBezTo>
                    <a:cubicBezTo>
                      <a:pt x="7" y="8"/>
                      <a:pt x="9" y="6"/>
                      <a:pt x="13" y="6"/>
                    </a:cubicBezTo>
                    <a:cubicBezTo>
                      <a:pt x="16" y="6"/>
                      <a:pt x="18" y="8"/>
                      <a:pt x="18" y="12"/>
                    </a:cubicBezTo>
                    <a:cubicBezTo>
                      <a:pt x="18" y="15"/>
                      <a:pt x="16" y="17"/>
                      <a:pt x="13" y="17"/>
                    </a:cubicBezTo>
                    <a:close/>
                    <a:moveTo>
                      <a:pt x="48" y="46"/>
                    </a:moveTo>
                    <a:cubicBezTo>
                      <a:pt x="48" y="47"/>
                      <a:pt x="47" y="47"/>
                      <a:pt x="47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39" y="47"/>
                      <a:pt x="39" y="46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9" y="33"/>
                      <a:pt x="40" y="27"/>
                      <a:pt x="35" y="27"/>
                    </a:cubicBezTo>
                    <a:cubicBezTo>
                      <a:pt x="31" y="27"/>
                      <a:pt x="30" y="31"/>
                      <a:pt x="30" y="33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0" y="47"/>
                      <a:pt x="29" y="47"/>
                      <a:pt x="28" y="47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21" y="47"/>
                      <a:pt x="21" y="47"/>
                      <a:pt x="21" y="46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2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30" y="20"/>
                      <a:pt x="30" y="21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1" y="21"/>
                      <a:pt x="33" y="19"/>
                      <a:pt x="38" y="19"/>
                    </a:cubicBezTo>
                    <a:cubicBezTo>
                      <a:pt x="48" y="19"/>
                      <a:pt x="48" y="29"/>
                      <a:pt x="48" y="34"/>
                    </a:cubicBezTo>
                    <a:cubicBezTo>
                      <a:pt x="48" y="46"/>
                      <a:pt x="48" y="46"/>
                      <a:pt x="48" y="46"/>
                    </a:cubicBezTo>
                    <a:close/>
                  </a:path>
                </a:pathLst>
              </a:custGeom>
              <a:solidFill>
                <a:srgbClr val="067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9110550" y="5191919"/>
              <a:ext cx="153938" cy="142315"/>
              <a:chOff x="9090025" y="5111750"/>
              <a:chExt cx="152400" cy="153988"/>
            </a:xfrm>
          </p:grpSpPr>
          <p:sp>
            <p:nvSpPr>
              <p:cNvPr id="25" name="Rectangle 10"/>
              <p:cNvSpPr>
                <a:spLocks noChangeArrowheads="1"/>
              </p:cNvSpPr>
              <p:nvPr userDrawn="1"/>
            </p:nvSpPr>
            <p:spPr bwMode="auto">
              <a:xfrm>
                <a:off x="9090025" y="5111750"/>
                <a:ext cx="152400" cy="153988"/>
              </a:xfrm>
              <a:prstGeom prst="rect">
                <a:avLst/>
              </a:prstGeom>
              <a:solidFill>
                <a:srgbClr val="5DA8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" name="Freeform 11"/>
              <p:cNvSpPr>
                <a:spLocks/>
              </p:cNvSpPr>
              <p:nvPr userDrawn="1"/>
            </p:nvSpPr>
            <p:spPr bwMode="auto">
              <a:xfrm>
                <a:off x="9105900" y="5145088"/>
                <a:ext cx="117475" cy="90488"/>
              </a:xfrm>
              <a:custGeom>
                <a:avLst/>
                <a:gdLst>
                  <a:gd name="T0" fmla="*/ 1 w 42"/>
                  <a:gd name="T1" fmla="*/ 29 h 32"/>
                  <a:gd name="T2" fmla="*/ 14 w 42"/>
                  <a:gd name="T3" fmla="*/ 32 h 32"/>
                  <a:gd name="T4" fmla="*/ 38 w 42"/>
                  <a:gd name="T5" fmla="*/ 9 h 32"/>
                  <a:gd name="T6" fmla="*/ 38 w 42"/>
                  <a:gd name="T7" fmla="*/ 8 h 32"/>
                  <a:gd name="T8" fmla="*/ 42 w 42"/>
                  <a:gd name="T9" fmla="*/ 4 h 32"/>
                  <a:gd name="T10" fmla="*/ 37 w 42"/>
                  <a:gd name="T11" fmla="*/ 5 h 32"/>
                  <a:gd name="T12" fmla="*/ 37 w 42"/>
                  <a:gd name="T13" fmla="*/ 5 h 32"/>
                  <a:gd name="T14" fmla="*/ 37 w 42"/>
                  <a:gd name="T15" fmla="*/ 5 h 32"/>
                  <a:gd name="T16" fmla="*/ 41 w 42"/>
                  <a:gd name="T17" fmla="*/ 0 h 32"/>
                  <a:gd name="T18" fmla="*/ 37 w 42"/>
                  <a:gd name="T19" fmla="*/ 2 h 32"/>
                  <a:gd name="T20" fmla="*/ 35 w 42"/>
                  <a:gd name="T21" fmla="*/ 2 h 32"/>
                  <a:gd name="T22" fmla="*/ 29 w 42"/>
                  <a:gd name="T23" fmla="*/ 0 h 32"/>
                  <a:gd name="T24" fmla="*/ 21 w 42"/>
                  <a:gd name="T25" fmla="*/ 8 h 32"/>
                  <a:gd name="T26" fmla="*/ 21 w 42"/>
                  <a:gd name="T27" fmla="*/ 10 h 32"/>
                  <a:gd name="T28" fmla="*/ 4 w 42"/>
                  <a:gd name="T29" fmla="*/ 1 h 32"/>
                  <a:gd name="T30" fmla="*/ 7 w 42"/>
                  <a:gd name="T31" fmla="*/ 12 h 32"/>
                  <a:gd name="T32" fmla="*/ 3 w 42"/>
                  <a:gd name="T33" fmla="*/ 11 h 32"/>
                  <a:gd name="T34" fmla="*/ 9 w 42"/>
                  <a:gd name="T35" fmla="*/ 19 h 32"/>
                  <a:gd name="T36" fmla="*/ 6 w 42"/>
                  <a:gd name="T37" fmla="*/ 19 h 32"/>
                  <a:gd name="T38" fmla="*/ 13 w 42"/>
                  <a:gd name="T39" fmla="*/ 25 h 32"/>
                  <a:gd name="T40" fmla="*/ 1 w 42"/>
                  <a:gd name="T41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2" h="32">
                    <a:moveTo>
                      <a:pt x="1" y="29"/>
                    </a:moveTo>
                    <a:cubicBezTo>
                      <a:pt x="5" y="31"/>
                      <a:pt x="9" y="32"/>
                      <a:pt x="14" y="32"/>
                    </a:cubicBezTo>
                    <a:cubicBezTo>
                      <a:pt x="27" y="32"/>
                      <a:pt x="38" y="22"/>
                      <a:pt x="38" y="9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7"/>
                      <a:pt x="41" y="5"/>
                      <a:pt x="42" y="4"/>
                    </a:cubicBezTo>
                    <a:cubicBezTo>
                      <a:pt x="42" y="4"/>
                      <a:pt x="39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40" y="3"/>
                      <a:pt x="41" y="0"/>
                    </a:cubicBezTo>
                    <a:cubicBezTo>
                      <a:pt x="41" y="0"/>
                      <a:pt x="39" y="1"/>
                      <a:pt x="37" y="2"/>
                    </a:cubicBezTo>
                    <a:cubicBezTo>
                      <a:pt x="36" y="2"/>
                      <a:pt x="36" y="2"/>
                      <a:pt x="35" y="2"/>
                    </a:cubicBezTo>
                    <a:cubicBezTo>
                      <a:pt x="34" y="1"/>
                      <a:pt x="32" y="0"/>
                      <a:pt x="29" y="0"/>
                    </a:cubicBezTo>
                    <a:cubicBezTo>
                      <a:pt x="25" y="0"/>
                      <a:pt x="21" y="3"/>
                      <a:pt x="21" y="8"/>
                    </a:cubicBezTo>
                    <a:cubicBezTo>
                      <a:pt x="21" y="9"/>
                      <a:pt x="21" y="9"/>
                      <a:pt x="21" y="10"/>
                    </a:cubicBezTo>
                    <a:cubicBezTo>
                      <a:pt x="21" y="10"/>
                      <a:pt x="11" y="9"/>
                      <a:pt x="4" y="1"/>
                    </a:cubicBezTo>
                    <a:cubicBezTo>
                      <a:pt x="4" y="1"/>
                      <a:pt x="0" y="7"/>
                      <a:pt x="7" y="12"/>
                    </a:cubicBezTo>
                    <a:cubicBezTo>
                      <a:pt x="7" y="12"/>
                      <a:pt x="5" y="12"/>
                      <a:pt x="3" y="11"/>
                    </a:cubicBezTo>
                    <a:cubicBezTo>
                      <a:pt x="3" y="11"/>
                      <a:pt x="2" y="18"/>
                      <a:pt x="9" y="19"/>
                    </a:cubicBezTo>
                    <a:cubicBezTo>
                      <a:pt x="9" y="19"/>
                      <a:pt x="8" y="20"/>
                      <a:pt x="6" y="19"/>
                    </a:cubicBezTo>
                    <a:cubicBezTo>
                      <a:pt x="6" y="19"/>
                      <a:pt x="7" y="25"/>
                      <a:pt x="13" y="25"/>
                    </a:cubicBezTo>
                    <a:cubicBezTo>
                      <a:pt x="13" y="25"/>
                      <a:pt x="8" y="30"/>
                      <a:pt x="1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9293258" y="5191919"/>
              <a:ext cx="155542" cy="142315"/>
              <a:chOff x="9294812" y="5111750"/>
              <a:chExt cx="153988" cy="153988"/>
            </a:xfrm>
          </p:grpSpPr>
          <p:sp>
            <p:nvSpPr>
              <p:cNvPr id="23" name="Rectangle 22"/>
              <p:cNvSpPr/>
              <p:nvPr userDrawn="1"/>
            </p:nvSpPr>
            <p:spPr>
              <a:xfrm>
                <a:off x="9320150" y="5129240"/>
                <a:ext cx="128650" cy="1357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 12"/>
              <p:cNvSpPr>
                <a:spLocks/>
              </p:cNvSpPr>
              <p:nvPr userDrawn="1"/>
            </p:nvSpPr>
            <p:spPr bwMode="auto">
              <a:xfrm>
                <a:off x="9294812" y="5111750"/>
                <a:ext cx="153988" cy="153988"/>
              </a:xfrm>
              <a:custGeom>
                <a:avLst/>
                <a:gdLst>
                  <a:gd name="T0" fmla="*/ 0 w 55"/>
                  <a:gd name="T1" fmla="*/ 0 h 55"/>
                  <a:gd name="T2" fmla="*/ 0 w 55"/>
                  <a:gd name="T3" fmla="*/ 55 h 55"/>
                  <a:gd name="T4" fmla="*/ 29 w 55"/>
                  <a:gd name="T5" fmla="*/ 55 h 55"/>
                  <a:gd name="T6" fmla="*/ 29 w 55"/>
                  <a:gd name="T7" fmla="*/ 34 h 55"/>
                  <a:gd name="T8" fmla="*/ 22 w 55"/>
                  <a:gd name="T9" fmla="*/ 34 h 55"/>
                  <a:gd name="T10" fmla="*/ 22 w 55"/>
                  <a:gd name="T11" fmla="*/ 25 h 55"/>
                  <a:gd name="T12" fmla="*/ 29 w 55"/>
                  <a:gd name="T13" fmla="*/ 25 h 55"/>
                  <a:gd name="T14" fmla="*/ 29 w 55"/>
                  <a:gd name="T15" fmla="*/ 18 h 55"/>
                  <a:gd name="T16" fmla="*/ 39 w 55"/>
                  <a:gd name="T17" fmla="*/ 8 h 55"/>
                  <a:gd name="T18" fmla="*/ 46 w 55"/>
                  <a:gd name="T19" fmla="*/ 8 h 55"/>
                  <a:gd name="T20" fmla="*/ 46 w 55"/>
                  <a:gd name="T21" fmla="*/ 16 h 55"/>
                  <a:gd name="T22" fmla="*/ 41 w 55"/>
                  <a:gd name="T23" fmla="*/ 16 h 55"/>
                  <a:gd name="T24" fmla="*/ 38 w 55"/>
                  <a:gd name="T25" fmla="*/ 19 h 55"/>
                  <a:gd name="T26" fmla="*/ 38 w 55"/>
                  <a:gd name="T27" fmla="*/ 25 h 55"/>
                  <a:gd name="T28" fmla="*/ 46 w 55"/>
                  <a:gd name="T29" fmla="*/ 25 h 55"/>
                  <a:gd name="T30" fmla="*/ 45 w 55"/>
                  <a:gd name="T31" fmla="*/ 34 h 55"/>
                  <a:gd name="T32" fmla="*/ 38 w 55"/>
                  <a:gd name="T33" fmla="*/ 34 h 55"/>
                  <a:gd name="T34" fmla="*/ 38 w 55"/>
                  <a:gd name="T35" fmla="*/ 55 h 55"/>
                  <a:gd name="T36" fmla="*/ 55 w 55"/>
                  <a:gd name="T37" fmla="*/ 55 h 55"/>
                  <a:gd name="T38" fmla="*/ 55 w 55"/>
                  <a:gd name="T39" fmla="*/ 0 h 55"/>
                  <a:gd name="T40" fmla="*/ 0 w 55"/>
                  <a:gd name="T4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" h="55">
                    <a:moveTo>
                      <a:pt x="0" y="0"/>
                    </a:moveTo>
                    <a:cubicBezTo>
                      <a:pt x="0" y="55"/>
                      <a:pt x="0" y="55"/>
                      <a:pt x="0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3"/>
                      <a:pt x="33" y="8"/>
                      <a:pt x="39" y="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39" y="16"/>
                      <a:pt x="38" y="17"/>
                      <a:pt x="38" y="19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0"/>
                      <a:pt x="55" y="0"/>
                      <a:pt x="5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56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pic>
          <p:nvPicPr>
            <p:cNvPr id="22" name="Picture 13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400" y="5191919"/>
              <a:ext cx="156192" cy="1588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2561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404912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 fontScale="85000" lnSpcReduction="20000"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Introduction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DevOps Walkthrough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Work Items &amp; Types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Process </a:t>
            </a:r>
            <a:r>
              <a:rPr lang="en-US" sz="160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Templates</a:t>
            </a: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Access Management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Project Planning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Traceability via Link Types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Backlog and Task Management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Analytics and Reporting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Alerts and Notifications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GenAI Tool Integration – Copilot4DevOps</a:t>
            </a:r>
          </a:p>
        </p:txBody>
      </p:sp>
    </p:spTree>
    <p:extLst>
      <p:ext uri="{BB962C8B-B14F-4D97-AF65-F5344CB8AC3E}">
        <p14:creationId xmlns:p14="http://schemas.microsoft.com/office/powerpoint/2010/main" val="422086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404912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Azure DevOps Introduction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8" y="1305718"/>
            <a:ext cx="8718461" cy="3906361"/>
          </a:xfrm>
          <a:prstGeom prst="rect">
            <a:avLst/>
          </a:prstGeom>
        </p:spPr>
        <p:txBody>
          <a:bodyPr lIns="100557" tIns="50278" rIns="100557" bIns="50278" anchor="t">
            <a:normAutofit fontScale="92500" lnSpcReduction="10000"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Microsoft product used for Application Lifecycle Management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Supports End-to-End Application Lifecycle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Boards – Tracks work with Kanban boards, backlogs, sprints, and dashboards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Repos – Source Code Management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Pipelines – Automates build, test, and deployment with CI/CD pipelines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Test Plans – Manages manual and exploratory testing for quality assurance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</a:t>
            </a: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Wiki – Documentation space for teams to create, share, and collaborate</a:t>
            </a:r>
          </a:p>
          <a:p>
            <a:pPr marL="845683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Artifacts – Hosts and shares packages (NuGet, NPM, Maven, etc.) across teams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Azure DevOps Server and Services (on-premise &amp; Cloud)</a:t>
            </a:r>
            <a:endParaRPr lang="en-IN" sz="14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00000"/>
              </a:lnSpc>
            </a:pPr>
            <a:r>
              <a:rPr lang="en-US" sz="1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264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250000"/>
              </a:lnSpc>
              <a:spcBef>
                <a:spcPct val="0"/>
              </a:spcBef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Organization and projects can be added to support different business </a:t>
            </a:r>
            <a:r>
              <a:rPr lang="en-US" sz="1400" dirty="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units/requirements</a:t>
            </a:r>
            <a:endParaRPr lang="en-US" sz="14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spcBef>
                <a:spcPct val="0"/>
              </a:spcBef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Organization – Business boundary</a:t>
            </a:r>
          </a:p>
          <a:p>
            <a:pPr marL="285750" indent="-285750">
              <a:lnSpc>
                <a:spcPct val="250000"/>
              </a:lnSpc>
              <a:spcBef>
                <a:spcPct val="0"/>
              </a:spcBef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Project – Product / Delivery boundary</a:t>
            </a:r>
          </a:p>
          <a:p>
            <a:pPr marL="285750" indent="-285750">
              <a:lnSpc>
                <a:spcPct val="250000"/>
              </a:lnSpc>
              <a:spcBef>
                <a:spcPct val="0"/>
              </a:spcBef>
            </a:pPr>
            <a:r>
              <a:rPr lang="en-US" sz="1400" dirty="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Team – Specialized resources of their area</a:t>
            </a:r>
            <a:endParaRPr lang="en-US" sz="14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5277" y="696119"/>
            <a:ext cx="5030197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Azure DevOps Walkthrough</a:t>
            </a:r>
          </a:p>
        </p:txBody>
      </p:sp>
    </p:spTree>
    <p:extLst>
      <p:ext uri="{BB962C8B-B14F-4D97-AF65-F5344CB8AC3E}">
        <p14:creationId xmlns:p14="http://schemas.microsoft.com/office/powerpoint/2010/main" val="105422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7" y="696119"/>
            <a:ext cx="5030197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Items &amp; Types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0801" y="1153318"/>
            <a:ext cx="913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Work items are trackable units of work in progress</a:t>
            </a:r>
          </a:p>
          <a:p>
            <a:pPr marL="845683" lvl="1" indent="-34290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Epic - A large business goal or initiative</a:t>
            </a:r>
          </a:p>
          <a:p>
            <a:pPr marL="845683" lvl="1" indent="-34290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Feature - A key capability of  business goal</a:t>
            </a:r>
          </a:p>
          <a:p>
            <a:pPr marL="845683" lvl="1" indent="-34290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Story / Requirement / Backlog Item – Deliverables </a:t>
            </a:r>
          </a:p>
          <a:p>
            <a:pPr marL="845683" lvl="1" indent="-34290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Task -The actual to-do work </a:t>
            </a:r>
          </a:p>
          <a:p>
            <a:pPr marL="845683" lvl="1" indent="-34290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Bug / Issue - Fix something that’s broken</a:t>
            </a:r>
          </a:p>
        </p:txBody>
      </p:sp>
    </p:spTree>
    <p:extLst>
      <p:ext uri="{BB962C8B-B14F-4D97-AF65-F5344CB8AC3E}">
        <p14:creationId xmlns:p14="http://schemas.microsoft.com/office/powerpoint/2010/main" val="1519425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404912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Templates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75278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7229" y="1153319"/>
            <a:ext cx="8658225" cy="2600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blocks of the work item tracking system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Type of Process templates</a:t>
            </a:r>
          </a:p>
          <a:p>
            <a:pPr marL="788533" lvl="1" indent="-285750">
              <a:lnSpc>
                <a:spcPct val="16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Basic                                                                                   </a:t>
            </a:r>
          </a:p>
          <a:p>
            <a:pPr marL="788533" lvl="1" indent="-285750">
              <a:lnSpc>
                <a:spcPct val="16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Scrum</a:t>
            </a:r>
          </a:p>
          <a:p>
            <a:pPr marL="788533" lvl="1" indent="-285750">
              <a:lnSpc>
                <a:spcPct val="16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Agile</a:t>
            </a:r>
          </a:p>
          <a:p>
            <a:pPr marL="788533" lvl="1" indent="-285750">
              <a:lnSpc>
                <a:spcPct val="16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CMMI</a:t>
            </a:r>
            <a:endParaRPr lang="en-US" sz="16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ABD9E4-33C8-E2E7-94F5-FDD70BF34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016" y="1950475"/>
            <a:ext cx="4409488" cy="260811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157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Management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Organization settings (user , access level)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Projects settings ( permissions)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Team settings </a:t>
            </a:r>
          </a:p>
        </p:txBody>
      </p:sp>
    </p:spTree>
    <p:extLst>
      <p:ext uri="{BB962C8B-B14F-4D97-AF65-F5344CB8AC3E}">
        <p14:creationId xmlns:p14="http://schemas.microsoft.com/office/powerpoint/2010/main" val="944246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Planning</a:t>
            </a:r>
          </a:p>
          <a:p>
            <a:pPr marL="0" indent="0">
              <a:buNone/>
            </a:pPr>
            <a:endParaRPr lang="en-US" sz="1800" b="1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Define Area(scope)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Create Iterations (sprints)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Set resource capacity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82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Traceability via Link Types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543873B-427A-946F-9260-FC5D7F3617DF}"/>
              </a:ext>
            </a:extLst>
          </p:cNvPr>
          <p:cNvSpPr txBox="1">
            <a:spLocks/>
          </p:cNvSpPr>
          <p:nvPr/>
        </p:nvSpPr>
        <p:spPr>
          <a:xfrm>
            <a:off x="699858" y="1176621"/>
            <a:ext cx="9061361" cy="522639"/>
          </a:xfrm>
          <a:prstGeom prst="rect">
            <a:avLst/>
          </a:prstGeom>
        </p:spPr>
        <p:txBody>
          <a:bodyPr lIns="100557" tIns="50278" rIns="100557" bIns="50278" numCol="2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Item Type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Hyperlink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BDD34B-F4DC-48E7-50C4-BBB7171D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9" y="1722562"/>
            <a:ext cx="4353923" cy="105998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F7A48B-E7BE-B1B9-4595-F05C026CE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8" y="1699260"/>
            <a:ext cx="3733800" cy="256222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56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E33A-8354-28DC-E0D2-88E188AE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CA90C-4B4C-3AE2-04FE-94B3F4C79E23}"/>
              </a:ext>
            </a:extLst>
          </p:cNvPr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6948D361-F6E0-4E24-AF8B-0DF687B89BD8}"/>
              </a:ext>
            </a:extLst>
          </p:cNvPr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B0372D8-7791-939F-FEAA-199EDD5DE694}"/>
              </a:ext>
            </a:extLst>
          </p:cNvPr>
          <p:cNvSpPr txBox="1">
            <a:spLocks/>
          </p:cNvSpPr>
          <p:nvPr/>
        </p:nvSpPr>
        <p:spPr>
          <a:xfrm>
            <a:off x="699859" y="1108041"/>
            <a:ext cx="8108862" cy="522639"/>
          </a:xfrm>
          <a:prstGeom prst="rect">
            <a:avLst/>
          </a:prstGeom>
        </p:spPr>
        <p:txBody>
          <a:bodyPr lIns="100557" tIns="50278" rIns="100557" bIns="50278" numCol="2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 Link Type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 Link 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2D0C8-CD89-2F86-79C6-56C1867D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972" y="1699260"/>
            <a:ext cx="3914775" cy="185737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CF8E5B-C7FA-1128-3833-8EF54C6E6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79" y="1494314"/>
            <a:ext cx="2860402" cy="37999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Traceability via Link Types</a:t>
            </a:r>
          </a:p>
        </p:txBody>
      </p:sp>
    </p:spTree>
    <p:extLst>
      <p:ext uri="{BB962C8B-B14F-4D97-AF65-F5344CB8AC3E}">
        <p14:creationId xmlns:p14="http://schemas.microsoft.com/office/powerpoint/2010/main" val="330948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Backlog and Task Management</a:t>
            </a:r>
          </a:p>
          <a:p>
            <a:pPr marL="0" indent="0">
              <a:buNone/>
            </a:pPr>
            <a:endParaRPr lang="en-US" sz="1800" b="1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Product Backlog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Sprint Backlog &amp; Taskboard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Work Item Import/ Export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2073773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 and Reporting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Queries and Charts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Dashboard  and Widgets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KPIs &amp; Metrics -</a:t>
            </a: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Delivery Plans</a:t>
            </a:r>
          </a:p>
        </p:txBody>
      </p:sp>
    </p:spTree>
    <p:extLst>
      <p:ext uri="{BB962C8B-B14F-4D97-AF65-F5344CB8AC3E}">
        <p14:creationId xmlns:p14="http://schemas.microsoft.com/office/powerpoint/2010/main" val="196004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Alerts and Notifications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75278" y="1192213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Work Item - Follow up &amp; Discussion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8445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75D3C-B6BE-AA92-D4FC-BF0504F5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57AA02-32ED-F9CC-F503-2A582225C0AC}"/>
              </a:ext>
            </a:extLst>
          </p:cNvPr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BD81-F717-848B-E47D-9E34224B50C7}"/>
              </a:ext>
            </a:extLst>
          </p:cNvPr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GenAI Tool Integration – Copilot4DevOps</a:t>
            </a:r>
          </a:p>
        </p:txBody>
      </p:sp>
      <p:sp>
        <p:nvSpPr>
          <p:cNvPr id="4" name="Title 8"/>
          <p:cNvSpPr txBox="1">
            <a:spLocks/>
          </p:cNvSpPr>
          <p:nvPr/>
        </p:nvSpPr>
        <p:spPr>
          <a:xfrm>
            <a:off x="675278" y="1192213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AI assistant that helps developer and DevOps teams work faster</a:t>
            </a: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00000"/>
              </a:lnSpc>
            </a:pPr>
            <a:endParaRPr lang="en-US" sz="1600" dirty="0">
              <a:solidFill>
                <a:srgbClr val="2B3B4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https://copilot4devopssaashub.azurewebsites.net/assets/images/ext_install/V4_Dashboard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403" y="1900134"/>
            <a:ext cx="6938149" cy="281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78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6C4690-0605-33A6-A8B5-2D81E28D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7C6C1-E0D7-97B3-F866-5E49D8EE3AAC}"/>
              </a:ext>
            </a:extLst>
          </p:cNvPr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7938-68D0-15D0-3189-9B70C125FD24}"/>
              </a:ext>
            </a:extLst>
          </p:cNvPr>
          <p:cNvSpPr txBox="1">
            <a:spLocks/>
          </p:cNvSpPr>
          <p:nvPr/>
        </p:nvSpPr>
        <p:spPr>
          <a:xfrm>
            <a:off x="675278" y="696119"/>
            <a:ext cx="673517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Best Practices for Teams/Individual</a:t>
            </a:r>
            <a:endParaRPr lang="en-US" sz="1800" b="1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ABA7B66C-A509-8EDE-1D44-EDABA6719D74}"/>
              </a:ext>
            </a:extLst>
          </p:cNvPr>
          <p:cNvSpPr txBox="1">
            <a:spLocks/>
          </p:cNvSpPr>
          <p:nvPr/>
        </p:nvSpPr>
        <p:spPr>
          <a:xfrm>
            <a:off x="699859" y="1305719"/>
            <a:ext cx="8534400" cy="3581400"/>
          </a:xfrm>
          <a:prstGeom prst="rect">
            <a:avLst/>
          </a:prstGeom>
        </p:spPr>
        <p:txBody>
          <a:bodyPr lIns="100557" tIns="50278" rIns="100557" bIns="50278" anchor="t">
            <a:normAutofit/>
          </a:bodyPr>
          <a:lstStyle>
            <a:defPPr>
              <a:defRPr lang="en-US"/>
            </a:defPPr>
            <a:lvl1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600">
                <a:solidFill>
                  <a:srgbClr val="2B3B4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Naming conventions for work items</a:t>
            </a:r>
          </a:p>
          <a:p>
            <a:r>
              <a:rPr lang="en-US" dirty="0"/>
              <a:t>Linking code commits and pull requests to work items</a:t>
            </a:r>
          </a:p>
          <a:p>
            <a:r>
              <a:rPr lang="en-US" dirty="0"/>
              <a:t>Common pitfalls to avoid</a:t>
            </a:r>
          </a:p>
        </p:txBody>
      </p:sp>
    </p:spTree>
    <p:extLst>
      <p:ext uri="{BB962C8B-B14F-4D97-AF65-F5344CB8AC3E}">
        <p14:creationId xmlns:p14="http://schemas.microsoft.com/office/powerpoint/2010/main" val="382288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5277" y="1049110"/>
            <a:ext cx="8821148" cy="82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https://learn.microsoft.com/en-in/azure/devops/boards/?view=azure-devops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  <a:spcBef>
                <a:spcPct val="0"/>
              </a:spcBef>
            </a:pPr>
            <a:endParaRPr lang="en-US" sz="16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75277" y="696119"/>
            <a:ext cx="5030197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83871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ALM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88332" cy="59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74768" y="495699"/>
            <a:ext cx="8797793" cy="429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ct val="20000"/>
              </a:spcBef>
            </a:pPr>
            <a:r>
              <a:rPr lang="en-US" sz="1600" b="1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Raise Helpdesk Ticket for help related to ALM tools &amp; services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01" y="1575881"/>
            <a:ext cx="8010525" cy="37139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5097294" y="2743200"/>
            <a:ext cx="544749" cy="22373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174" y="2881163"/>
            <a:ext cx="288282" cy="288282"/>
          </a:xfrm>
          <a:prstGeom prst="rect">
            <a:avLst/>
          </a:prstGeom>
        </p:spPr>
      </p:pic>
      <p:sp>
        <p:nvSpPr>
          <p:cNvPr id="11" name="Round Same Side Corner Rectangle 10"/>
          <p:cNvSpPr/>
          <p:nvPr/>
        </p:nvSpPr>
        <p:spPr>
          <a:xfrm>
            <a:off x="1068401" y="1166949"/>
            <a:ext cx="969405" cy="370020"/>
          </a:xfrm>
          <a:prstGeom prst="round2SameRect">
            <a:avLst/>
          </a:prstGeom>
          <a:gradFill flip="none" rotWithShape="1">
            <a:gsLst>
              <a:gs pos="0">
                <a:srgbClr val="0090D0">
                  <a:shade val="30000"/>
                  <a:satMod val="115000"/>
                </a:srgbClr>
              </a:gs>
              <a:gs pos="50000">
                <a:srgbClr val="0090D0">
                  <a:shade val="67500"/>
                  <a:satMod val="115000"/>
                </a:srgbClr>
              </a:gs>
              <a:gs pos="100000">
                <a:srgbClr val="0090D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Step 01</a:t>
            </a:r>
          </a:p>
        </p:txBody>
      </p:sp>
    </p:spTree>
    <p:extLst>
      <p:ext uri="{BB962C8B-B14F-4D97-AF65-F5344CB8AC3E}">
        <p14:creationId xmlns:p14="http://schemas.microsoft.com/office/powerpoint/2010/main" val="10445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ALM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88332" cy="59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4" y="1189077"/>
            <a:ext cx="4824547" cy="351672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1" name="Round Same Side Corner Rectangle 20"/>
          <p:cNvSpPr/>
          <p:nvPr/>
        </p:nvSpPr>
        <p:spPr>
          <a:xfrm>
            <a:off x="409304" y="789857"/>
            <a:ext cx="969405" cy="370020"/>
          </a:xfrm>
          <a:prstGeom prst="round2SameRect">
            <a:avLst/>
          </a:prstGeom>
          <a:gradFill flip="none" rotWithShape="1">
            <a:gsLst>
              <a:gs pos="0">
                <a:srgbClr val="0090D0">
                  <a:shade val="30000"/>
                  <a:satMod val="115000"/>
                </a:srgbClr>
              </a:gs>
              <a:gs pos="50000">
                <a:srgbClr val="0090D0">
                  <a:shade val="67500"/>
                  <a:satMod val="115000"/>
                </a:srgbClr>
              </a:gs>
              <a:gs pos="100000">
                <a:srgbClr val="0090D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Step 02</a:t>
            </a:r>
          </a:p>
        </p:txBody>
      </p:sp>
      <p:sp>
        <p:nvSpPr>
          <p:cNvPr id="22" name="Round Same Side Corner Rectangle 21"/>
          <p:cNvSpPr/>
          <p:nvPr/>
        </p:nvSpPr>
        <p:spPr>
          <a:xfrm>
            <a:off x="5486400" y="782785"/>
            <a:ext cx="969405" cy="370020"/>
          </a:xfrm>
          <a:prstGeom prst="round2SameRect">
            <a:avLst/>
          </a:prstGeom>
          <a:gradFill flip="none" rotWithShape="1">
            <a:gsLst>
              <a:gs pos="0">
                <a:srgbClr val="0090D0">
                  <a:shade val="30000"/>
                  <a:satMod val="115000"/>
                </a:srgbClr>
              </a:gs>
              <a:gs pos="50000">
                <a:srgbClr val="0090D0">
                  <a:shade val="67500"/>
                  <a:satMod val="115000"/>
                </a:srgbClr>
              </a:gs>
              <a:gs pos="100000">
                <a:srgbClr val="0090D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Step 03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t="4267" r="2334" b="1849"/>
          <a:stretch/>
        </p:blipFill>
        <p:spPr>
          <a:xfrm>
            <a:off x="2882582" y="4735003"/>
            <a:ext cx="4275864" cy="5685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175919"/>
            <a:ext cx="41148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8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presentationpro.com/images/product/medium/slide/PPP_PSYMB_LT4_Any_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868" y="805693"/>
            <a:ext cx="7126069" cy="401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250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5013"/>
            <a:ext cx="675278" cy="265906"/>
          </a:xfrm>
          <a:prstGeom prst="rect">
            <a:avLst/>
          </a:prstGeom>
          <a:solidFill>
            <a:srgbClr val="00B8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5278" y="696119"/>
            <a:ext cx="4049122" cy="457200"/>
          </a:xfrm>
          <a:prstGeom prst="rect">
            <a:avLst/>
          </a:prstGeom>
        </p:spPr>
        <p:txBody>
          <a:bodyPr lIns="100557" tIns="50278" rIns="100557" bIns="50278"/>
          <a:lstStyle>
            <a:lvl1pPr marL="377087" indent="-377087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7022" indent="-314239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6957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9740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2523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5306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088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871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654" indent="-251391" algn="l" defTabSz="100556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Lorem Ipsum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7" b="24579"/>
          <a:stretch/>
        </p:blipFill>
        <p:spPr>
          <a:xfrm>
            <a:off x="0" y="467519"/>
            <a:ext cx="10058400" cy="51919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67519"/>
            <a:ext cx="10058400" cy="5191919"/>
          </a:xfrm>
          <a:prstGeom prst="rect">
            <a:avLst/>
          </a:prstGeom>
          <a:solidFill>
            <a:srgbClr val="000A1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532120" y="3077349"/>
            <a:ext cx="4526280" cy="125648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57" tIns="50278" rIns="100557" bIns="50278" spcCol="0"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3244881"/>
            <a:ext cx="481965" cy="18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3"/>
          <p:cNvSpPr txBox="1">
            <a:spLocks noGrp="1"/>
          </p:cNvSpPr>
          <p:nvPr/>
        </p:nvSpPr>
        <p:spPr bwMode="auto">
          <a:xfrm>
            <a:off x="533400" y="5316341"/>
            <a:ext cx="5029200" cy="20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557" tIns="50278" rIns="100557" bIns="5027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Copyright © 2020  </a:t>
            </a:r>
            <a:r>
              <a:rPr lang="en-US" sz="700" dirty="0" err="1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Cybage</a:t>
            </a:r>
            <a:r>
              <a:rPr lang="en-US" sz="700" dirty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Software Pvt. Ltd. All Rights Reserved. </a:t>
            </a:r>
            <a:r>
              <a:rPr lang="en-US" sz="700" dirty="0" err="1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Cybage</a:t>
            </a:r>
            <a:r>
              <a:rPr lang="en-US" sz="700" dirty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Confidential.</a:t>
            </a:r>
          </a:p>
        </p:txBody>
      </p:sp>
      <p:sp>
        <p:nvSpPr>
          <p:cNvPr id="16" name="Title 8"/>
          <p:cNvSpPr txBox="1">
            <a:spLocks/>
          </p:cNvSpPr>
          <p:nvPr/>
        </p:nvSpPr>
        <p:spPr>
          <a:xfrm>
            <a:off x="5814888" y="3286919"/>
            <a:ext cx="2209800" cy="990600"/>
          </a:xfrm>
          <a:prstGeom prst="rect">
            <a:avLst/>
          </a:prstGeom>
        </p:spPr>
        <p:txBody>
          <a:bodyPr lIns="100557" tIns="50278" rIns="100557" bIns="50278">
            <a:noAutofit/>
          </a:bodyPr>
          <a:lstStyle>
            <a:lvl1pPr algn="ctr" defTabSz="1005566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</a:t>
            </a:r>
            <a:r>
              <a:rPr lang="en-US" sz="2200">
                <a:solidFill>
                  <a:srgbClr val="2B3B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You!</a:t>
            </a:r>
            <a:endParaRPr lang="en-US" sz="12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endParaRPr lang="en-US" sz="2200" dirty="0">
              <a:solidFill>
                <a:srgbClr val="2B3B4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65821" y="5289984"/>
            <a:ext cx="1190782" cy="240037"/>
          </a:xfrm>
          <a:prstGeom prst="rect">
            <a:avLst/>
          </a:prstGeom>
          <a:noFill/>
        </p:spPr>
        <p:txBody>
          <a:bodyPr wrap="square" lIns="100557" tIns="50278" rIns="100557" bIns="50278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www.cybage.com</a:t>
            </a:r>
            <a:endParaRPr lang="en-GB" sz="90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534400" y="5191919"/>
            <a:ext cx="914400" cy="158898"/>
            <a:chOff x="8534400" y="5191919"/>
            <a:chExt cx="914400" cy="158898"/>
          </a:xfrm>
        </p:grpSpPr>
        <p:pic>
          <p:nvPicPr>
            <p:cNvPr id="18" name="Picture 2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2869" y="5195982"/>
              <a:ext cx="193846" cy="136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 userDrawn="1"/>
          </p:nvGrpSpPr>
          <p:grpSpPr>
            <a:xfrm>
              <a:off x="8933771" y="5191919"/>
              <a:ext cx="152335" cy="136446"/>
              <a:chOff x="8938916" y="5111750"/>
              <a:chExt cx="150813" cy="147638"/>
            </a:xfrm>
          </p:grpSpPr>
          <p:sp>
            <p:nvSpPr>
              <p:cNvPr id="27" name="Rectangle 26"/>
              <p:cNvSpPr/>
              <p:nvPr userDrawn="1"/>
            </p:nvSpPr>
            <p:spPr>
              <a:xfrm>
                <a:off x="8939149" y="5129240"/>
                <a:ext cx="150579" cy="1190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 userDrawn="1"/>
            </p:nvSpPr>
            <p:spPr bwMode="auto">
              <a:xfrm>
                <a:off x="8938916" y="5111750"/>
                <a:ext cx="150813" cy="147638"/>
              </a:xfrm>
              <a:custGeom>
                <a:avLst/>
                <a:gdLst>
                  <a:gd name="T0" fmla="*/ 49 w 54"/>
                  <a:gd name="T1" fmla="*/ 0 h 53"/>
                  <a:gd name="T2" fmla="*/ 5 w 54"/>
                  <a:gd name="T3" fmla="*/ 0 h 53"/>
                  <a:gd name="T4" fmla="*/ 0 w 54"/>
                  <a:gd name="T5" fmla="*/ 5 h 53"/>
                  <a:gd name="T6" fmla="*/ 0 w 54"/>
                  <a:gd name="T7" fmla="*/ 48 h 53"/>
                  <a:gd name="T8" fmla="*/ 5 w 54"/>
                  <a:gd name="T9" fmla="*/ 53 h 53"/>
                  <a:gd name="T10" fmla="*/ 49 w 54"/>
                  <a:gd name="T11" fmla="*/ 53 h 53"/>
                  <a:gd name="T12" fmla="*/ 54 w 54"/>
                  <a:gd name="T13" fmla="*/ 48 h 53"/>
                  <a:gd name="T14" fmla="*/ 54 w 54"/>
                  <a:gd name="T15" fmla="*/ 5 h 53"/>
                  <a:gd name="T16" fmla="*/ 49 w 54"/>
                  <a:gd name="T17" fmla="*/ 0 h 53"/>
                  <a:gd name="T18" fmla="*/ 17 w 54"/>
                  <a:gd name="T19" fmla="*/ 46 h 53"/>
                  <a:gd name="T20" fmla="*/ 15 w 54"/>
                  <a:gd name="T21" fmla="*/ 47 h 53"/>
                  <a:gd name="T22" fmla="*/ 10 w 54"/>
                  <a:gd name="T23" fmla="*/ 47 h 53"/>
                  <a:gd name="T24" fmla="*/ 8 w 54"/>
                  <a:gd name="T25" fmla="*/ 46 h 53"/>
                  <a:gd name="T26" fmla="*/ 8 w 54"/>
                  <a:gd name="T27" fmla="*/ 21 h 53"/>
                  <a:gd name="T28" fmla="*/ 10 w 54"/>
                  <a:gd name="T29" fmla="*/ 20 h 53"/>
                  <a:gd name="T30" fmla="*/ 15 w 54"/>
                  <a:gd name="T31" fmla="*/ 20 h 53"/>
                  <a:gd name="T32" fmla="*/ 17 w 54"/>
                  <a:gd name="T33" fmla="*/ 21 h 53"/>
                  <a:gd name="T34" fmla="*/ 17 w 54"/>
                  <a:gd name="T35" fmla="*/ 46 h 53"/>
                  <a:gd name="T36" fmla="*/ 13 w 54"/>
                  <a:gd name="T37" fmla="*/ 17 h 53"/>
                  <a:gd name="T38" fmla="*/ 7 w 54"/>
                  <a:gd name="T39" fmla="*/ 12 h 53"/>
                  <a:gd name="T40" fmla="*/ 13 w 54"/>
                  <a:gd name="T41" fmla="*/ 6 h 53"/>
                  <a:gd name="T42" fmla="*/ 18 w 54"/>
                  <a:gd name="T43" fmla="*/ 12 h 53"/>
                  <a:gd name="T44" fmla="*/ 13 w 54"/>
                  <a:gd name="T45" fmla="*/ 17 h 53"/>
                  <a:gd name="T46" fmla="*/ 48 w 54"/>
                  <a:gd name="T47" fmla="*/ 46 h 53"/>
                  <a:gd name="T48" fmla="*/ 47 w 54"/>
                  <a:gd name="T49" fmla="*/ 47 h 53"/>
                  <a:gd name="T50" fmla="*/ 40 w 54"/>
                  <a:gd name="T51" fmla="*/ 47 h 53"/>
                  <a:gd name="T52" fmla="*/ 39 w 54"/>
                  <a:gd name="T53" fmla="*/ 46 h 53"/>
                  <a:gd name="T54" fmla="*/ 39 w 54"/>
                  <a:gd name="T55" fmla="*/ 34 h 53"/>
                  <a:gd name="T56" fmla="*/ 35 w 54"/>
                  <a:gd name="T57" fmla="*/ 27 h 53"/>
                  <a:gd name="T58" fmla="*/ 30 w 54"/>
                  <a:gd name="T59" fmla="*/ 33 h 53"/>
                  <a:gd name="T60" fmla="*/ 30 w 54"/>
                  <a:gd name="T61" fmla="*/ 46 h 53"/>
                  <a:gd name="T62" fmla="*/ 28 w 54"/>
                  <a:gd name="T63" fmla="*/ 47 h 53"/>
                  <a:gd name="T64" fmla="*/ 22 w 54"/>
                  <a:gd name="T65" fmla="*/ 47 h 53"/>
                  <a:gd name="T66" fmla="*/ 21 w 54"/>
                  <a:gd name="T67" fmla="*/ 46 h 53"/>
                  <a:gd name="T68" fmla="*/ 21 w 54"/>
                  <a:gd name="T69" fmla="*/ 21 h 53"/>
                  <a:gd name="T70" fmla="*/ 22 w 54"/>
                  <a:gd name="T71" fmla="*/ 20 h 53"/>
                  <a:gd name="T72" fmla="*/ 28 w 54"/>
                  <a:gd name="T73" fmla="*/ 20 h 53"/>
                  <a:gd name="T74" fmla="*/ 30 w 54"/>
                  <a:gd name="T75" fmla="*/ 21 h 53"/>
                  <a:gd name="T76" fmla="*/ 30 w 54"/>
                  <a:gd name="T77" fmla="*/ 23 h 53"/>
                  <a:gd name="T78" fmla="*/ 38 w 54"/>
                  <a:gd name="T79" fmla="*/ 19 h 53"/>
                  <a:gd name="T80" fmla="*/ 48 w 54"/>
                  <a:gd name="T81" fmla="*/ 34 h 53"/>
                  <a:gd name="T82" fmla="*/ 48 w 54"/>
                  <a:gd name="T83" fmla="*/ 46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4" h="53">
                    <a:moveTo>
                      <a:pt x="4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1"/>
                      <a:pt x="3" y="53"/>
                      <a:pt x="5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52" y="53"/>
                      <a:pt x="54" y="51"/>
                      <a:pt x="54" y="48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lose/>
                    <a:moveTo>
                      <a:pt x="17" y="46"/>
                    </a:moveTo>
                    <a:cubicBezTo>
                      <a:pt x="17" y="47"/>
                      <a:pt x="16" y="47"/>
                      <a:pt x="15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9" y="47"/>
                      <a:pt x="8" y="47"/>
                      <a:pt x="8" y="46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20"/>
                      <a:pt x="17" y="20"/>
                      <a:pt x="17" y="21"/>
                    </a:cubicBezTo>
                    <a:lnTo>
                      <a:pt x="17" y="46"/>
                    </a:lnTo>
                    <a:close/>
                    <a:moveTo>
                      <a:pt x="13" y="17"/>
                    </a:moveTo>
                    <a:cubicBezTo>
                      <a:pt x="9" y="17"/>
                      <a:pt x="7" y="15"/>
                      <a:pt x="7" y="12"/>
                    </a:cubicBezTo>
                    <a:cubicBezTo>
                      <a:pt x="7" y="8"/>
                      <a:pt x="9" y="6"/>
                      <a:pt x="13" y="6"/>
                    </a:cubicBezTo>
                    <a:cubicBezTo>
                      <a:pt x="16" y="6"/>
                      <a:pt x="18" y="8"/>
                      <a:pt x="18" y="12"/>
                    </a:cubicBezTo>
                    <a:cubicBezTo>
                      <a:pt x="18" y="15"/>
                      <a:pt x="16" y="17"/>
                      <a:pt x="13" y="17"/>
                    </a:cubicBezTo>
                    <a:close/>
                    <a:moveTo>
                      <a:pt x="48" y="46"/>
                    </a:moveTo>
                    <a:cubicBezTo>
                      <a:pt x="48" y="47"/>
                      <a:pt x="47" y="47"/>
                      <a:pt x="47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39" y="47"/>
                      <a:pt x="39" y="46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9" y="33"/>
                      <a:pt x="40" y="27"/>
                      <a:pt x="35" y="27"/>
                    </a:cubicBezTo>
                    <a:cubicBezTo>
                      <a:pt x="31" y="27"/>
                      <a:pt x="30" y="31"/>
                      <a:pt x="30" y="33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0" y="47"/>
                      <a:pt x="29" y="47"/>
                      <a:pt x="28" y="47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21" y="47"/>
                      <a:pt x="21" y="47"/>
                      <a:pt x="21" y="46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2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30" y="20"/>
                      <a:pt x="30" y="21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1" y="21"/>
                      <a:pt x="33" y="19"/>
                      <a:pt x="38" y="19"/>
                    </a:cubicBezTo>
                    <a:cubicBezTo>
                      <a:pt x="48" y="19"/>
                      <a:pt x="48" y="29"/>
                      <a:pt x="48" y="34"/>
                    </a:cubicBezTo>
                    <a:cubicBezTo>
                      <a:pt x="48" y="46"/>
                      <a:pt x="48" y="46"/>
                      <a:pt x="48" y="46"/>
                    </a:cubicBezTo>
                    <a:close/>
                  </a:path>
                </a:pathLst>
              </a:custGeom>
              <a:solidFill>
                <a:srgbClr val="067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9110550" y="5191919"/>
              <a:ext cx="153938" cy="142315"/>
              <a:chOff x="9090025" y="5111750"/>
              <a:chExt cx="152400" cy="153988"/>
            </a:xfrm>
          </p:grpSpPr>
          <p:sp>
            <p:nvSpPr>
              <p:cNvPr id="25" name="Rectangle 10"/>
              <p:cNvSpPr>
                <a:spLocks noChangeArrowheads="1"/>
              </p:cNvSpPr>
              <p:nvPr userDrawn="1"/>
            </p:nvSpPr>
            <p:spPr bwMode="auto">
              <a:xfrm>
                <a:off x="9090025" y="5111750"/>
                <a:ext cx="152400" cy="153988"/>
              </a:xfrm>
              <a:prstGeom prst="rect">
                <a:avLst/>
              </a:prstGeom>
              <a:solidFill>
                <a:srgbClr val="5DA8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/>
              <p:cNvSpPr>
                <a:spLocks/>
              </p:cNvSpPr>
              <p:nvPr userDrawn="1"/>
            </p:nvSpPr>
            <p:spPr bwMode="auto">
              <a:xfrm>
                <a:off x="9105900" y="5145088"/>
                <a:ext cx="117475" cy="90488"/>
              </a:xfrm>
              <a:custGeom>
                <a:avLst/>
                <a:gdLst>
                  <a:gd name="T0" fmla="*/ 1 w 42"/>
                  <a:gd name="T1" fmla="*/ 29 h 32"/>
                  <a:gd name="T2" fmla="*/ 14 w 42"/>
                  <a:gd name="T3" fmla="*/ 32 h 32"/>
                  <a:gd name="T4" fmla="*/ 38 w 42"/>
                  <a:gd name="T5" fmla="*/ 9 h 32"/>
                  <a:gd name="T6" fmla="*/ 38 w 42"/>
                  <a:gd name="T7" fmla="*/ 8 h 32"/>
                  <a:gd name="T8" fmla="*/ 42 w 42"/>
                  <a:gd name="T9" fmla="*/ 4 h 32"/>
                  <a:gd name="T10" fmla="*/ 37 w 42"/>
                  <a:gd name="T11" fmla="*/ 5 h 32"/>
                  <a:gd name="T12" fmla="*/ 37 w 42"/>
                  <a:gd name="T13" fmla="*/ 5 h 32"/>
                  <a:gd name="T14" fmla="*/ 37 w 42"/>
                  <a:gd name="T15" fmla="*/ 5 h 32"/>
                  <a:gd name="T16" fmla="*/ 41 w 42"/>
                  <a:gd name="T17" fmla="*/ 0 h 32"/>
                  <a:gd name="T18" fmla="*/ 37 w 42"/>
                  <a:gd name="T19" fmla="*/ 2 h 32"/>
                  <a:gd name="T20" fmla="*/ 35 w 42"/>
                  <a:gd name="T21" fmla="*/ 2 h 32"/>
                  <a:gd name="T22" fmla="*/ 29 w 42"/>
                  <a:gd name="T23" fmla="*/ 0 h 32"/>
                  <a:gd name="T24" fmla="*/ 21 w 42"/>
                  <a:gd name="T25" fmla="*/ 8 h 32"/>
                  <a:gd name="T26" fmla="*/ 21 w 42"/>
                  <a:gd name="T27" fmla="*/ 10 h 32"/>
                  <a:gd name="T28" fmla="*/ 4 w 42"/>
                  <a:gd name="T29" fmla="*/ 1 h 32"/>
                  <a:gd name="T30" fmla="*/ 7 w 42"/>
                  <a:gd name="T31" fmla="*/ 12 h 32"/>
                  <a:gd name="T32" fmla="*/ 3 w 42"/>
                  <a:gd name="T33" fmla="*/ 11 h 32"/>
                  <a:gd name="T34" fmla="*/ 9 w 42"/>
                  <a:gd name="T35" fmla="*/ 19 h 32"/>
                  <a:gd name="T36" fmla="*/ 6 w 42"/>
                  <a:gd name="T37" fmla="*/ 19 h 32"/>
                  <a:gd name="T38" fmla="*/ 13 w 42"/>
                  <a:gd name="T39" fmla="*/ 25 h 32"/>
                  <a:gd name="T40" fmla="*/ 1 w 42"/>
                  <a:gd name="T41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2" h="32">
                    <a:moveTo>
                      <a:pt x="1" y="29"/>
                    </a:moveTo>
                    <a:cubicBezTo>
                      <a:pt x="5" y="31"/>
                      <a:pt x="9" y="32"/>
                      <a:pt x="14" y="32"/>
                    </a:cubicBezTo>
                    <a:cubicBezTo>
                      <a:pt x="27" y="32"/>
                      <a:pt x="38" y="22"/>
                      <a:pt x="38" y="9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7"/>
                      <a:pt x="41" y="5"/>
                      <a:pt x="42" y="4"/>
                    </a:cubicBezTo>
                    <a:cubicBezTo>
                      <a:pt x="42" y="4"/>
                      <a:pt x="39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40" y="3"/>
                      <a:pt x="41" y="0"/>
                    </a:cubicBezTo>
                    <a:cubicBezTo>
                      <a:pt x="41" y="0"/>
                      <a:pt x="39" y="1"/>
                      <a:pt x="37" y="2"/>
                    </a:cubicBezTo>
                    <a:cubicBezTo>
                      <a:pt x="36" y="2"/>
                      <a:pt x="36" y="2"/>
                      <a:pt x="35" y="2"/>
                    </a:cubicBezTo>
                    <a:cubicBezTo>
                      <a:pt x="34" y="1"/>
                      <a:pt x="32" y="0"/>
                      <a:pt x="29" y="0"/>
                    </a:cubicBezTo>
                    <a:cubicBezTo>
                      <a:pt x="25" y="0"/>
                      <a:pt x="21" y="3"/>
                      <a:pt x="21" y="8"/>
                    </a:cubicBezTo>
                    <a:cubicBezTo>
                      <a:pt x="21" y="9"/>
                      <a:pt x="21" y="9"/>
                      <a:pt x="21" y="10"/>
                    </a:cubicBezTo>
                    <a:cubicBezTo>
                      <a:pt x="21" y="10"/>
                      <a:pt x="11" y="9"/>
                      <a:pt x="4" y="1"/>
                    </a:cubicBezTo>
                    <a:cubicBezTo>
                      <a:pt x="4" y="1"/>
                      <a:pt x="0" y="7"/>
                      <a:pt x="7" y="12"/>
                    </a:cubicBezTo>
                    <a:cubicBezTo>
                      <a:pt x="7" y="12"/>
                      <a:pt x="5" y="12"/>
                      <a:pt x="3" y="11"/>
                    </a:cubicBezTo>
                    <a:cubicBezTo>
                      <a:pt x="3" y="11"/>
                      <a:pt x="2" y="18"/>
                      <a:pt x="9" y="19"/>
                    </a:cubicBezTo>
                    <a:cubicBezTo>
                      <a:pt x="9" y="19"/>
                      <a:pt x="8" y="20"/>
                      <a:pt x="6" y="19"/>
                    </a:cubicBezTo>
                    <a:cubicBezTo>
                      <a:pt x="6" y="19"/>
                      <a:pt x="7" y="25"/>
                      <a:pt x="13" y="25"/>
                    </a:cubicBezTo>
                    <a:cubicBezTo>
                      <a:pt x="13" y="25"/>
                      <a:pt x="8" y="30"/>
                      <a:pt x="1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9293258" y="5191919"/>
              <a:ext cx="155542" cy="142315"/>
              <a:chOff x="9294812" y="5111750"/>
              <a:chExt cx="153988" cy="153988"/>
            </a:xfrm>
          </p:grpSpPr>
          <p:sp>
            <p:nvSpPr>
              <p:cNvPr id="23" name="Rectangle 22"/>
              <p:cNvSpPr/>
              <p:nvPr userDrawn="1"/>
            </p:nvSpPr>
            <p:spPr>
              <a:xfrm>
                <a:off x="9320150" y="5129240"/>
                <a:ext cx="128650" cy="1357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12"/>
              <p:cNvSpPr>
                <a:spLocks/>
              </p:cNvSpPr>
              <p:nvPr userDrawn="1"/>
            </p:nvSpPr>
            <p:spPr bwMode="auto">
              <a:xfrm>
                <a:off x="9294812" y="5111750"/>
                <a:ext cx="153988" cy="153988"/>
              </a:xfrm>
              <a:custGeom>
                <a:avLst/>
                <a:gdLst>
                  <a:gd name="T0" fmla="*/ 0 w 55"/>
                  <a:gd name="T1" fmla="*/ 0 h 55"/>
                  <a:gd name="T2" fmla="*/ 0 w 55"/>
                  <a:gd name="T3" fmla="*/ 55 h 55"/>
                  <a:gd name="T4" fmla="*/ 29 w 55"/>
                  <a:gd name="T5" fmla="*/ 55 h 55"/>
                  <a:gd name="T6" fmla="*/ 29 w 55"/>
                  <a:gd name="T7" fmla="*/ 34 h 55"/>
                  <a:gd name="T8" fmla="*/ 22 w 55"/>
                  <a:gd name="T9" fmla="*/ 34 h 55"/>
                  <a:gd name="T10" fmla="*/ 22 w 55"/>
                  <a:gd name="T11" fmla="*/ 25 h 55"/>
                  <a:gd name="T12" fmla="*/ 29 w 55"/>
                  <a:gd name="T13" fmla="*/ 25 h 55"/>
                  <a:gd name="T14" fmla="*/ 29 w 55"/>
                  <a:gd name="T15" fmla="*/ 18 h 55"/>
                  <a:gd name="T16" fmla="*/ 39 w 55"/>
                  <a:gd name="T17" fmla="*/ 8 h 55"/>
                  <a:gd name="T18" fmla="*/ 46 w 55"/>
                  <a:gd name="T19" fmla="*/ 8 h 55"/>
                  <a:gd name="T20" fmla="*/ 46 w 55"/>
                  <a:gd name="T21" fmla="*/ 16 h 55"/>
                  <a:gd name="T22" fmla="*/ 41 w 55"/>
                  <a:gd name="T23" fmla="*/ 16 h 55"/>
                  <a:gd name="T24" fmla="*/ 38 w 55"/>
                  <a:gd name="T25" fmla="*/ 19 h 55"/>
                  <a:gd name="T26" fmla="*/ 38 w 55"/>
                  <a:gd name="T27" fmla="*/ 25 h 55"/>
                  <a:gd name="T28" fmla="*/ 46 w 55"/>
                  <a:gd name="T29" fmla="*/ 25 h 55"/>
                  <a:gd name="T30" fmla="*/ 45 w 55"/>
                  <a:gd name="T31" fmla="*/ 34 h 55"/>
                  <a:gd name="T32" fmla="*/ 38 w 55"/>
                  <a:gd name="T33" fmla="*/ 34 h 55"/>
                  <a:gd name="T34" fmla="*/ 38 w 55"/>
                  <a:gd name="T35" fmla="*/ 55 h 55"/>
                  <a:gd name="T36" fmla="*/ 55 w 55"/>
                  <a:gd name="T37" fmla="*/ 55 h 55"/>
                  <a:gd name="T38" fmla="*/ 55 w 55"/>
                  <a:gd name="T39" fmla="*/ 0 h 55"/>
                  <a:gd name="T40" fmla="*/ 0 w 55"/>
                  <a:gd name="T4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" h="55">
                    <a:moveTo>
                      <a:pt x="0" y="0"/>
                    </a:moveTo>
                    <a:cubicBezTo>
                      <a:pt x="0" y="55"/>
                      <a:pt x="0" y="55"/>
                      <a:pt x="0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3"/>
                      <a:pt x="33" y="8"/>
                      <a:pt x="39" y="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39" y="16"/>
                      <a:pt x="38" y="17"/>
                      <a:pt x="38" y="19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0"/>
                      <a:pt x="55" y="0"/>
                      <a:pt x="5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56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22" name="Picture 13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400" y="5191919"/>
              <a:ext cx="156192" cy="1588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063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CFEBD4412E454DA1CFCF1077D1E3BA" ma:contentTypeVersion="0" ma:contentTypeDescription="Create a new document." ma:contentTypeScope="" ma:versionID="b81ec665c6230e2d1a711188ede7e58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53f2d8843fd2aa64b81f9e8c63a661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FF8AE1-EF4D-4C4C-B46B-62AD99F65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8985D5B-10A8-4D8E-84A5-0C8B3A8C0C02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7A16C2-B4EB-484D-BFF6-D2FD98AC67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15963</TotalTime>
  <Words>803</Words>
  <Application>Microsoft Office PowerPoint</Application>
  <PresentationFormat>Custom</PresentationFormat>
  <Paragraphs>133</Paragraphs>
  <Slides>20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Segoe UI</vt:lpstr>
      <vt:lpstr>Segoe UI Light</vt:lpstr>
      <vt:lpstr>Tahoma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TFS 2017 Project Management</dc:title>
  <dc:creator>Amruta Narkhede</dc:creator>
  <cp:lastModifiedBy>Ruturaj Sunil Kharde</cp:lastModifiedBy>
  <cp:revision>297</cp:revision>
  <dcterms:created xsi:type="dcterms:W3CDTF">1601-01-01T00:00:00Z</dcterms:created>
  <dcterms:modified xsi:type="dcterms:W3CDTF">2026-03-09T10:36:47Z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0x010100D6CFEBD4412E454DA1CFCF1077D1E3BA</vt:lpwstr>
  </property>
</Properties>
</file>